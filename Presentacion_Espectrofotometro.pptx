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2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4"/>
  </p:sldMasterIdLst>
  <p:notesMasterIdLst>
    <p:notesMasterId r:id="rId24"/>
  </p:notesMasterIdLst>
  <p:sldIdLst>
    <p:sldId id="256" r:id="rId5"/>
    <p:sldId id="290" r:id="rId6"/>
    <p:sldId id="285" r:id="rId7"/>
    <p:sldId id="287" r:id="rId8"/>
    <p:sldId id="288" r:id="rId9"/>
    <p:sldId id="310" r:id="rId10"/>
    <p:sldId id="311" r:id="rId11"/>
    <p:sldId id="315" r:id="rId12"/>
    <p:sldId id="316" r:id="rId13"/>
    <p:sldId id="317" r:id="rId14"/>
    <p:sldId id="321" r:id="rId15"/>
    <p:sldId id="319" r:id="rId16"/>
    <p:sldId id="320" r:id="rId17"/>
    <p:sldId id="322" r:id="rId18"/>
    <p:sldId id="295" r:id="rId19"/>
    <p:sldId id="323" r:id="rId20"/>
    <p:sldId id="291" r:id="rId21"/>
    <p:sldId id="294" r:id="rId22"/>
    <p:sldId id="324" r:id="rId23"/>
  </p:sldIdLst>
  <p:sldSz cx="9144000" cy="5143500" type="screen16x9"/>
  <p:notesSz cx="6858000" cy="9144000"/>
  <p:embeddedFontLst>
    <p:embeddedFont>
      <p:font typeface="Aptos Narrow" panose="020B0004020202020204" pitchFamily="34" charset="0"/>
      <p:regular r:id="rId25"/>
      <p:bold r:id="rId26"/>
      <p:italic r:id="rId27"/>
      <p:boldItalic r:id="rId28"/>
    </p:embeddedFont>
    <p:embeddedFont>
      <p:font typeface="Barlow Light" panose="00000400000000000000" pitchFamily="2" charset="0"/>
      <p:regular r:id="rId29"/>
      <p:bold r:id="rId30"/>
      <p:italic r:id="rId31"/>
      <p:boldItalic r:id="rId32"/>
    </p:embeddedFont>
    <p:embeddedFont>
      <p:font typeface="Barlow SemiBold" panose="00000700000000000000" pitchFamily="2" charset="0"/>
      <p:regular r:id="rId33"/>
      <p:bold r:id="rId34"/>
      <p:italic r:id="rId35"/>
      <p:boldItalic r:id="rId36"/>
    </p:embeddedFont>
    <p:embeddedFont>
      <p:font typeface="Cambria Math" panose="02040503050406030204" pitchFamily="18" charset="0"/>
      <p:regular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B71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ECAE4DE-9ACE-4FB5-8050-54A7DB4D5D50}">
  <a:tblStyle styleId="{9ECAE4DE-9ACE-4FB5-8050-54A7DB4D5D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08"/>
  </p:normalViewPr>
  <p:slideViewPr>
    <p:cSldViewPr snapToGrid="0" showGuides="1">
      <p:cViewPr varScale="1">
        <p:scale>
          <a:sx n="111" d="100"/>
          <a:sy n="111" d="100"/>
        </p:scale>
        <p:origin x="393" y="3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font" Target="fonts/font10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briel%20Aristizabal\Downloads\DatostesisV3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briel%20Aristizabal\Downloads\DatostesisV3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briel%20Aristizabal\Downloads\DatostesisV3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briel%20Aristizabal\Downloads\DatostesisV3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briel%20Aristizabal\Downloads\DatostesisV3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briel%20Aristizabal\Downloads\DatostesisV3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briel%20Aristizabal\Downloads\DatostesisV3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419" b="1" noProof="0" dirty="0" err="1"/>
              <a:t>Concentracion</a:t>
            </a:r>
            <a:r>
              <a:rPr lang="es-419" b="1" noProof="0" dirty="0"/>
              <a:t> vs Absorbancia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>
        <c:manualLayout>
          <c:layoutTarget val="inner"/>
          <c:xMode val="edge"/>
          <c:yMode val="edge"/>
          <c:x val="0.10289813942190787"/>
          <c:y val="0.11904340294485614"/>
          <c:w val="0.87438053406173732"/>
          <c:h val="0.77897163754347853"/>
        </c:manualLayout>
      </c:layout>
      <c:scatterChart>
        <c:scatterStyle val="lineMarker"/>
        <c:varyColors val="0"/>
        <c:ser>
          <c:idx val="5"/>
          <c:order val="0"/>
          <c:tx>
            <c:v>495nm</c:v>
          </c:tx>
          <c:spPr>
            <a:ln w="28575" cap="rnd">
              <a:solidFill>
                <a:srgbClr val="0070C0">
                  <a:alpha val="0"/>
                </a:srgbClr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bg1">
                    <a:lumMod val="50000"/>
                  </a:schemeClr>
                </a:solidFill>
                <a:prstDash val="sysDot"/>
              </a:ln>
              <a:effectLst/>
            </c:spPr>
            <c:trendlineType val="linear"/>
            <c:intercept val="0"/>
            <c:dispRSqr val="1"/>
            <c:dispEq val="1"/>
            <c:trendlineLbl>
              <c:layout>
                <c:manualLayout>
                  <c:x val="-2.8222494142644394E-2"/>
                  <c:y val="-1.9419530634159059E-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CO"/>
                </a:p>
              </c:txPr>
            </c:trendlineLbl>
          </c:trendline>
          <c:errBars>
            <c:errDir val="y"/>
            <c:errBarType val="both"/>
            <c:errValType val="cust"/>
            <c:noEndCap val="0"/>
            <c:plus>
              <c:numRef>
                <c:f>EspectrofotometroComercial!$H$18:$H$23</c:f>
                <c:numCache>
                  <c:formatCode>General</c:formatCode>
                  <c:ptCount val="6"/>
                  <c:pt idx="0">
                    <c:v>0</c:v>
                  </c:pt>
                  <c:pt idx="1">
                    <c:v>4.0824829046386341E-4</c:v>
                  </c:pt>
                  <c:pt idx="2">
                    <c:v>2.6562295750848738E-3</c:v>
                  </c:pt>
                  <c:pt idx="3">
                    <c:v>2.5927248643507028E-3</c:v>
                  </c:pt>
                  <c:pt idx="4">
                    <c:v>4.6007245806141033E-3</c:v>
                  </c:pt>
                  <c:pt idx="5">
                    <c:v>7.778174593051951E-3</c:v>
                  </c:pt>
                </c:numCache>
              </c:numRef>
            </c:plus>
            <c:minus>
              <c:numRef>
                <c:f>EspectrofotometroComercial!$H$18:$H$23</c:f>
                <c:numCache>
                  <c:formatCode>General</c:formatCode>
                  <c:ptCount val="6"/>
                  <c:pt idx="0">
                    <c:v>0</c:v>
                  </c:pt>
                  <c:pt idx="1">
                    <c:v>4.0824829046386341E-4</c:v>
                  </c:pt>
                  <c:pt idx="2">
                    <c:v>2.6562295750848738E-3</c:v>
                  </c:pt>
                  <c:pt idx="3">
                    <c:v>2.5927248643507028E-3</c:v>
                  </c:pt>
                  <c:pt idx="4">
                    <c:v>4.6007245806141033E-3</c:v>
                  </c:pt>
                  <c:pt idx="5">
                    <c:v>7.778174593051951E-3</c:v>
                  </c:pt>
                </c:numCache>
              </c:numRef>
            </c:minus>
            <c:spPr>
              <a:noFill/>
              <a:ln w="9525" cap="flat" cmpd="sng" algn="ctr">
                <a:solidFill>
                  <a:srgbClr val="0070C0"/>
                </a:solidFill>
                <a:round/>
              </a:ln>
              <a:effectLst/>
            </c:spPr>
          </c:errBars>
          <c:xVal>
            <c:numRef>
              <c:f>EspectrofotometroComercial!$B$18:$B$23</c:f>
              <c:numCache>
                <c:formatCode>General</c:formatCode>
                <c:ptCount val="6"/>
                <c:pt idx="0">
                  <c:v>0</c:v>
                </c:pt>
                <c:pt idx="1">
                  <c:v>5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numCache>
            </c:numRef>
          </c:xVal>
          <c:yVal>
            <c:numRef>
              <c:f>EspectrofotometroComercial!$F$18:$F$23</c:f>
              <c:numCache>
                <c:formatCode>0.000</c:formatCode>
                <c:ptCount val="6"/>
                <c:pt idx="0">
                  <c:v>0</c:v>
                </c:pt>
                <c:pt idx="1">
                  <c:v>0.13900000000000001</c:v>
                </c:pt>
                <c:pt idx="2">
                  <c:v>0.78733333333333333</c:v>
                </c:pt>
                <c:pt idx="3">
                  <c:v>1.2113333333333334</c:v>
                </c:pt>
                <c:pt idx="4">
                  <c:v>1.5810000000000002</c:v>
                </c:pt>
                <c:pt idx="5">
                  <c:v>1.9909999999999999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4C3-4A34-9654-789D46653B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73657632"/>
        <c:axId val="673658112"/>
      </c:scatterChart>
      <c:valAx>
        <c:axId val="6736576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419" b="1" noProof="0" dirty="0" err="1"/>
                  <a:t>Concentracion</a:t>
                </a:r>
                <a:r>
                  <a:rPr lang="es-419" b="1" noProof="0" dirty="0"/>
                  <a:t> [mg/L]</a:t>
                </a:r>
              </a:p>
            </c:rich>
          </c:tx>
          <c:layout>
            <c:manualLayout>
              <c:xMode val="edge"/>
              <c:yMode val="edge"/>
              <c:x val="0.46765741465833549"/>
              <c:y val="0.9395141957722166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73658112"/>
        <c:crosses val="autoZero"/>
        <c:crossBetween val="midCat"/>
      </c:valAx>
      <c:valAx>
        <c:axId val="673658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419" b="1" noProof="0" dirty="0"/>
                  <a:t>Absorbancia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0.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736576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419" b="1" noProof="0" dirty="0"/>
              <a:t>Longitud</a:t>
            </a:r>
            <a:r>
              <a:rPr lang="es-419" b="1" baseline="0" noProof="0" dirty="0"/>
              <a:t> de Onda</a:t>
            </a:r>
            <a:r>
              <a:rPr lang="es-419" b="1" noProof="0" dirty="0"/>
              <a:t> vs Absorbancia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>
        <c:manualLayout>
          <c:layoutTarget val="inner"/>
          <c:xMode val="edge"/>
          <c:yMode val="edge"/>
          <c:x val="8.6673864354789132E-2"/>
          <c:y val="0.13436104170898952"/>
          <c:w val="0.80641146636461791"/>
          <c:h val="0.69660499771493334"/>
        </c:manualLayout>
      </c:layout>
      <c:scatterChart>
        <c:scatterStyle val="lineMarker"/>
        <c:varyColors val="0"/>
        <c:ser>
          <c:idx val="0"/>
          <c:order val="0"/>
          <c:tx>
            <c:v>5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EspectrofotometroComercial!$B$27:$B$227</c:f>
              <c:numCache>
                <c:formatCode>General</c:formatCode>
                <c:ptCount val="201"/>
                <c:pt idx="0">
                  <c:v>450</c:v>
                </c:pt>
                <c:pt idx="1">
                  <c:v>451</c:v>
                </c:pt>
                <c:pt idx="2">
                  <c:v>452</c:v>
                </c:pt>
                <c:pt idx="3">
                  <c:v>453</c:v>
                </c:pt>
                <c:pt idx="4">
                  <c:v>454</c:v>
                </c:pt>
                <c:pt idx="5">
                  <c:v>455</c:v>
                </c:pt>
                <c:pt idx="6">
                  <c:v>456</c:v>
                </c:pt>
                <c:pt idx="7">
                  <c:v>457</c:v>
                </c:pt>
                <c:pt idx="8">
                  <c:v>458</c:v>
                </c:pt>
                <c:pt idx="9">
                  <c:v>459</c:v>
                </c:pt>
                <c:pt idx="10">
                  <c:v>460</c:v>
                </c:pt>
                <c:pt idx="11">
                  <c:v>461</c:v>
                </c:pt>
                <c:pt idx="12">
                  <c:v>462</c:v>
                </c:pt>
                <c:pt idx="13">
                  <c:v>463</c:v>
                </c:pt>
                <c:pt idx="14">
                  <c:v>464</c:v>
                </c:pt>
                <c:pt idx="15">
                  <c:v>465</c:v>
                </c:pt>
                <c:pt idx="16">
                  <c:v>466</c:v>
                </c:pt>
                <c:pt idx="17">
                  <c:v>467</c:v>
                </c:pt>
                <c:pt idx="18">
                  <c:v>468</c:v>
                </c:pt>
                <c:pt idx="19">
                  <c:v>469</c:v>
                </c:pt>
                <c:pt idx="20">
                  <c:v>470</c:v>
                </c:pt>
                <c:pt idx="21">
                  <c:v>471</c:v>
                </c:pt>
                <c:pt idx="22">
                  <c:v>472</c:v>
                </c:pt>
                <c:pt idx="23">
                  <c:v>473</c:v>
                </c:pt>
                <c:pt idx="24">
                  <c:v>474</c:v>
                </c:pt>
                <c:pt idx="25">
                  <c:v>475</c:v>
                </c:pt>
                <c:pt idx="26">
                  <c:v>476</c:v>
                </c:pt>
                <c:pt idx="27">
                  <c:v>477</c:v>
                </c:pt>
                <c:pt idx="28">
                  <c:v>478</c:v>
                </c:pt>
                <c:pt idx="29">
                  <c:v>479</c:v>
                </c:pt>
                <c:pt idx="30">
                  <c:v>480</c:v>
                </c:pt>
                <c:pt idx="31">
                  <c:v>481</c:v>
                </c:pt>
                <c:pt idx="32">
                  <c:v>482</c:v>
                </c:pt>
                <c:pt idx="33">
                  <c:v>483</c:v>
                </c:pt>
                <c:pt idx="34">
                  <c:v>484</c:v>
                </c:pt>
                <c:pt idx="35">
                  <c:v>485</c:v>
                </c:pt>
                <c:pt idx="36">
                  <c:v>486</c:v>
                </c:pt>
                <c:pt idx="37">
                  <c:v>487</c:v>
                </c:pt>
                <c:pt idx="38">
                  <c:v>488</c:v>
                </c:pt>
                <c:pt idx="39">
                  <c:v>489</c:v>
                </c:pt>
                <c:pt idx="40">
                  <c:v>490</c:v>
                </c:pt>
                <c:pt idx="41">
                  <c:v>491</c:v>
                </c:pt>
                <c:pt idx="42">
                  <c:v>492</c:v>
                </c:pt>
                <c:pt idx="43">
                  <c:v>493</c:v>
                </c:pt>
                <c:pt idx="44">
                  <c:v>494</c:v>
                </c:pt>
                <c:pt idx="45">
                  <c:v>495</c:v>
                </c:pt>
                <c:pt idx="46">
                  <c:v>496</c:v>
                </c:pt>
                <c:pt idx="47">
                  <c:v>497</c:v>
                </c:pt>
                <c:pt idx="48">
                  <c:v>498</c:v>
                </c:pt>
                <c:pt idx="49">
                  <c:v>499</c:v>
                </c:pt>
                <c:pt idx="50">
                  <c:v>500</c:v>
                </c:pt>
                <c:pt idx="51">
                  <c:v>501</c:v>
                </c:pt>
                <c:pt idx="52">
                  <c:v>502</c:v>
                </c:pt>
                <c:pt idx="53">
                  <c:v>503</c:v>
                </c:pt>
                <c:pt idx="54">
                  <c:v>504</c:v>
                </c:pt>
                <c:pt idx="55">
                  <c:v>505</c:v>
                </c:pt>
                <c:pt idx="56">
                  <c:v>506</c:v>
                </c:pt>
                <c:pt idx="57">
                  <c:v>507</c:v>
                </c:pt>
                <c:pt idx="58">
                  <c:v>508</c:v>
                </c:pt>
                <c:pt idx="59">
                  <c:v>509</c:v>
                </c:pt>
                <c:pt idx="60">
                  <c:v>510</c:v>
                </c:pt>
                <c:pt idx="61">
                  <c:v>511</c:v>
                </c:pt>
                <c:pt idx="62">
                  <c:v>512</c:v>
                </c:pt>
                <c:pt idx="63">
                  <c:v>513</c:v>
                </c:pt>
                <c:pt idx="64">
                  <c:v>514</c:v>
                </c:pt>
                <c:pt idx="65">
                  <c:v>515</c:v>
                </c:pt>
                <c:pt idx="66">
                  <c:v>516</c:v>
                </c:pt>
                <c:pt idx="67">
                  <c:v>517</c:v>
                </c:pt>
                <c:pt idx="68">
                  <c:v>518</c:v>
                </c:pt>
                <c:pt idx="69">
                  <c:v>519</c:v>
                </c:pt>
                <c:pt idx="70">
                  <c:v>520</c:v>
                </c:pt>
                <c:pt idx="71">
                  <c:v>521</c:v>
                </c:pt>
                <c:pt idx="72">
                  <c:v>522</c:v>
                </c:pt>
                <c:pt idx="73">
                  <c:v>523</c:v>
                </c:pt>
                <c:pt idx="74">
                  <c:v>524</c:v>
                </c:pt>
                <c:pt idx="75">
                  <c:v>525</c:v>
                </c:pt>
                <c:pt idx="76">
                  <c:v>526</c:v>
                </c:pt>
                <c:pt idx="77">
                  <c:v>527</c:v>
                </c:pt>
                <c:pt idx="78">
                  <c:v>528</c:v>
                </c:pt>
                <c:pt idx="79">
                  <c:v>529</c:v>
                </c:pt>
                <c:pt idx="80">
                  <c:v>530</c:v>
                </c:pt>
                <c:pt idx="81">
                  <c:v>531</c:v>
                </c:pt>
                <c:pt idx="82">
                  <c:v>532</c:v>
                </c:pt>
                <c:pt idx="83">
                  <c:v>533</c:v>
                </c:pt>
                <c:pt idx="84">
                  <c:v>534</c:v>
                </c:pt>
                <c:pt idx="85">
                  <c:v>535</c:v>
                </c:pt>
                <c:pt idx="86">
                  <c:v>536</c:v>
                </c:pt>
                <c:pt idx="87">
                  <c:v>537</c:v>
                </c:pt>
                <c:pt idx="88">
                  <c:v>538</c:v>
                </c:pt>
                <c:pt idx="89">
                  <c:v>539</c:v>
                </c:pt>
                <c:pt idx="90">
                  <c:v>540</c:v>
                </c:pt>
                <c:pt idx="91">
                  <c:v>541</c:v>
                </c:pt>
                <c:pt idx="92">
                  <c:v>542</c:v>
                </c:pt>
                <c:pt idx="93">
                  <c:v>543</c:v>
                </c:pt>
                <c:pt idx="94">
                  <c:v>544</c:v>
                </c:pt>
                <c:pt idx="95">
                  <c:v>545</c:v>
                </c:pt>
                <c:pt idx="96">
                  <c:v>546</c:v>
                </c:pt>
                <c:pt idx="97">
                  <c:v>547</c:v>
                </c:pt>
                <c:pt idx="98">
                  <c:v>548</c:v>
                </c:pt>
                <c:pt idx="99">
                  <c:v>549</c:v>
                </c:pt>
                <c:pt idx="100">
                  <c:v>550</c:v>
                </c:pt>
                <c:pt idx="101">
                  <c:v>551</c:v>
                </c:pt>
                <c:pt idx="102">
                  <c:v>552</c:v>
                </c:pt>
                <c:pt idx="103">
                  <c:v>553</c:v>
                </c:pt>
                <c:pt idx="104">
                  <c:v>554</c:v>
                </c:pt>
                <c:pt idx="105">
                  <c:v>555</c:v>
                </c:pt>
                <c:pt idx="106">
                  <c:v>556</c:v>
                </c:pt>
                <c:pt idx="107">
                  <c:v>557</c:v>
                </c:pt>
                <c:pt idx="108">
                  <c:v>558</c:v>
                </c:pt>
                <c:pt idx="109">
                  <c:v>559</c:v>
                </c:pt>
                <c:pt idx="110">
                  <c:v>560</c:v>
                </c:pt>
                <c:pt idx="111">
                  <c:v>561</c:v>
                </c:pt>
                <c:pt idx="112">
                  <c:v>562</c:v>
                </c:pt>
                <c:pt idx="113">
                  <c:v>563</c:v>
                </c:pt>
                <c:pt idx="114">
                  <c:v>564</c:v>
                </c:pt>
                <c:pt idx="115">
                  <c:v>565</c:v>
                </c:pt>
                <c:pt idx="116">
                  <c:v>566</c:v>
                </c:pt>
                <c:pt idx="117">
                  <c:v>567</c:v>
                </c:pt>
                <c:pt idx="118">
                  <c:v>568</c:v>
                </c:pt>
                <c:pt idx="119">
                  <c:v>569</c:v>
                </c:pt>
                <c:pt idx="120">
                  <c:v>570</c:v>
                </c:pt>
                <c:pt idx="121">
                  <c:v>571</c:v>
                </c:pt>
                <c:pt idx="122">
                  <c:v>572</c:v>
                </c:pt>
                <c:pt idx="123">
                  <c:v>573</c:v>
                </c:pt>
                <c:pt idx="124">
                  <c:v>574</c:v>
                </c:pt>
                <c:pt idx="125">
                  <c:v>575</c:v>
                </c:pt>
                <c:pt idx="126">
                  <c:v>576</c:v>
                </c:pt>
                <c:pt idx="127">
                  <c:v>577</c:v>
                </c:pt>
                <c:pt idx="128">
                  <c:v>578</c:v>
                </c:pt>
                <c:pt idx="129">
                  <c:v>579</c:v>
                </c:pt>
                <c:pt idx="130">
                  <c:v>580</c:v>
                </c:pt>
                <c:pt idx="131">
                  <c:v>581</c:v>
                </c:pt>
                <c:pt idx="132">
                  <c:v>582</c:v>
                </c:pt>
                <c:pt idx="133">
                  <c:v>583</c:v>
                </c:pt>
                <c:pt idx="134">
                  <c:v>584</c:v>
                </c:pt>
                <c:pt idx="135">
                  <c:v>585</c:v>
                </c:pt>
                <c:pt idx="136">
                  <c:v>586</c:v>
                </c:pt>
                <c:pt idx="137">
                  <c:v>587</c:v>
                </c:pt>
                <c:pt idx="138">
                  <c:v>588</c:v>
                </c:pt>
                <c:pt idx="139">
                  <c:v>589</c:v>
                </c:pt>
                <c:pt idx="140">
                  <c:v>590</c:v>
                </c:pt>
                <c:pt idx="141">
                  <c:v>591</c:v>
                </c:pt>
                <c:pt idx="142">
                  <c:v>592</c:v>
                </c:pt>
                <c:pt idx="143">
                  <c:v>593</c:v>
                </c:pt>
                <c:pt idx="144">
                  <c:v>594</c:v>
                </c:pt>
                <c:pt idx="145">
                  <c:v>595</c:v>
                </c:pt>
                <c:pt idx="146">
                  <c:v>596</c:v>
                </c:pt>
                <c:pt idx="147">
                  <c:v>597</c:v>
                </c:pt>
                <c:pt idx="148">
                  <c:v>598</c:v>
                </c:pt>
                <c:pt idx="149">
                  <c:v>599</c:v>
                </c:pt>
                <c:pt idx="150">
                  <c:v>600</c:v>
                </c:pt>
                <c:pt idx="151">
                  <c:v>601</c:v>
                </c:pt>
                <c:pt idx="152">
                  <c:v>602</c:v>
                </c:pt>
                <c:pt idx="153">
                  <c:v>603</c:v>
                </c:pt>
                <c:pt idx="154">
                  <c:v>604</c:v>
                </c:pt>
                <c:pt idx="155">
                  <c:v>605</c:v>
                </c:pt>
                <c:pt idx="156">
                  <c:v>606</c:v>
                </c:pt>
                <c:pt idx="157">
                  <c:v>607</c:v>
                </c:pt>
                <c:pt idx="158">
                  <c:v>608</c:v>
                </c:pt>
                <c:pt idx="159">
                  <c:v>609</c:v>
                </c:pt>
                <c:pt idx="160">
                  <c:v>610</c:v>
                </c:pt>
                <c:pt idx="161">
                  <c:v>611</c:v>
                </c:pt>
                <c:pt idx="162">
                  <c:v>612</c:v>
                </c:pt>
                <c:pt idx="163">
                  <c:v>613</c:v>
                </c:pt>
                <c:pt idx="164">
                  <c:v>614</c:v>
                </c:pt>
                <c:pt idx="165">
                  <c:v>615</c:v>
                </c:pt>
                <c:pt idx="166">
                  <c:v>616</c:v>
                </c:pt>
                <c:pt idx="167">
                  <c:v>617</c:v>
                </c:pt>
                <c:pt idx="168">
                  <c:v>618</c:v>
                </c:pt>
                <c:pt idx="169">
                  <c:v>619</c:v>
                </c:pt>
                <c:pt idx="170">
                  <c:v>620</c:v>
                </c:pt>
                <c:pt idx="171">
                  <c:v>621</c:v>
                </c:pt>
                <c:pt idx="172">
                  <c:v>622</c:v>
                </c:pt>
                <c:pt idx="173">
                  <c:v>623</c:v>
                </c:pt>
                <c:pt idx="174">
                  <c:v>624</c:v>
                </c:pt>
                <c:pt idx="175">
                  <c:v>625</c:v>
                </c:pt>
                <c:pt idx="176">
                  <c:v>626</c:v>
                </c:pt>
                <c:pt idx="177">
                  <c:v>627</c:v>
                </c:pt>
                <c:pt idx="178">
                  <c:v>628</c:v>
                </c:pt>
                <c:pt idx="179">
                  <c:v>629</c:v>
                </c:pt>
                <c:pt idx="180">
                  <c:v>630</c:v>
                </c:pt>
                <c:pt idx="181">
                  <c:v>631</c:v>
                </c:pt>
                <c:pt idx="182">
                  <c:v>632</c:v>
                </c:pt>
                <c:pt idx="183">
                  <c:v>633</c:v>
                </c:pt>
                <c:pt idx="184">
                  <c:v>634</c:v>
                </c:pt>
                <c:pt idx="185">
                  <c:v>635</c:v>
                </c:pt>
                <c:pt idx="186">
                  <c:v>636</c:v>
                </c:pt>
                <c:pt idx="187">
                  <c:v>637</c:v>
                </c:pt>
                <c:pt idx="188">
                  <c:v>638</c:v>
                </c:pt>
                <c:pt idx="189">
                  <c:v>639</c:v>
                </c:pt>
                <c:pt idx="190">
                  <c:v>640</c:v>
                </c:pt>
                <c:pt idx="191">
                  <c:v>641</c:v>
                </c:pt>
                <c:pt idx="192">
                  <c:v>642</c:v>
                </c:pt>
                <c:pt idx="193">
                  <c:v>643</c:v>
                </c:pt>
                <c:pt idx="194">
                  <c:v>644</c:v>
                </c:pt>
                <c:pt idx="195">
                  <c:v>645</c:v>
                </c:pt>
                <c:pt idx="196">
                  <c:v>646</c:v>
                </c:pt>
                <c:pt idx="197">
                  <c:v>647</c:v>
                </c:pt>
                <c:pt idx="198">
                  <c:v>648</c:v>
                </c:pt>
                <c:pt idx="199">
                  <c:v>649</c:v>
                </c:pt>
                <c:pt idx="200">
                  <c:v>650</c:v>
                </c:pt>
              </c:numCache>
            </c:numRef>
          </c:xVal>
          <c:yVal>
            <c:numRef>
              <c:f>EspectrofotometroComercial!$C$27:$C$227</c:f>
              <c:numCache>
                <c:formatCode>General</c:formatCode>
                <c:ptCount val="201"/>
                <c:pt idx="0">
                  <c:v>8.7999999999999995E-2</c:v>
                </c:pt>
                <c:pt idx="1">
                  <c:v>8.8999999999999996E-2</c:v>
                </c:pt>
                <c:pt idx="2">
                  <c:v>0.09</c:v>
                </c:pt>
                <c:pt idx="3">
                  <c:v>0.09</c:v>
                </c:pt>
                <c:pt idx="4">
                  <c:v>9.0999999999999998E-2</c:v>
                </c:pt>
                <c:pt idx="5">
                  <c:v>9.1999999999999998E-2</c:v>
                </c:pt>
                <c:pt idx="6">
                  <c:v>9.1999999999999998E-2</c:v>
                </c:pt>
                <c:pt idx="7">
                  <c:v>9.2999999999999999E-2</c:v>
                </c:pt>
                <c:pt idx="8">
                  <c:v>9.4E-2</c:v>
                </c:pt>
                <c:pt idx="9">
                  <c:v>9.5000000000000001E-2</c:v>
                </c:pt>
                <c:pt idx="10">
                  <c:v>9.6000000000000002E-2</c:v>
                </c:pt>
                <c:pt idx="11">
                  <c:v>9.6000000000000002E-2</c:v>
                </c:pt>
                <c:pt idx="12">
                  <c:v>9.7000000000000003E-2</c:v>
                </c:pt>
                <c:pt idx="13">
                  <c:v>9.8000000000000004E-2</c:v>
                </c:pt>
                <c:pt idx="14">
                  <c:v>9.9000000000000005E-2</c:v>
                </c:pt>
                <c:pt idx="15">
                  <c:v>0.1</c:v>
                </c:pt>
                <c:pt idx="16">
                  <c:v>0.10100000000000001</c:v>
                </c:pt>
                <c:pt idx="17">
                  <c:v>0.10100000000000001</c:v>
                </c:pt>
                <c:pt idx="18">
                  <c:v>0.10199999999999999</c:v>
                </c:pt>
                <c:pt idx="19">
                  <c:v>0.10199999999999999</c:v>
                </c:pt>
                <c:pt idx="20">
                  <c:v>0.10299999999999999</c:v>
                </c:pt>
                <c:pt idx="21">
                  <c:v>0.104</c:v>
                </c:pt>
                <c:pt idx="22">
                  <c:v>0.105</c:v>
                </c:pt>
                <c:pt idx="23">
                  <c:v>0.105</c:v>
                </c:pt>
                <c:pt idx="24">
                  <c:v>0.106</c:v>
                </c:pt>
                <c:pt idx="25">
                  <c:v>0.106</c:v>
                </c:pt>
                <c:pt idx="26">
                  <c:v>0.107</c:v>
                </c:pt>
                <c:pt idx="27">
                  <c:v>0.107</c:v>
                </c:pt>
                <c:pt idx="28">
                  <c:v>0.108</c:v>
                </c:pt>
                <c:pt idx="29">
                  <c:v>0.108</c:v>
                </c:pt>
                <c:pt idx="30">
                  <c:v>0.109</c:v>
                </c:pt>
                <c:pt idx="31">
                  <c:v>0.109</c:v>
                </c:pt>
                <c:pt idx="32">
                  <c:v>0.11</c:v>
                </c:pt>
                <c:pt idx="33">
                  <c:v>0.11</c:v>
                </c:pt>
                <c:pt idx="34">
                  <c:v>0.11</c:v>
                </c:pt>
                <c:pt idx="35">
                  <c:v>0.111</c:v>
                </c:pt>
                <c:pt idx="36">
                  <c:v>0.111</c:v>
                </c:pt>
                <c:pt idx="37">
                  <c:v>0.111</c:v>
                </c:pt>
                <c:pt idx="38">
                  <c:v>0.111</c:v>
                </c:pt>
                <c:pt idx="39">
                  <c:v>0.111</c:v>
                </c:pt>
                <c:pt idx="40">
                  <c:v>0.111</c:v>
                </c:pt>
                <c:pt idx="41">
                  <c:v>0.111</c:v>
                </c:pt>
                <c:pt idx="42">
                  <c:v>0.111</c:v>
                </c:pt>
                <c:pt idx="43">
                  <c:v>0.111</c:v>
                </c:pt>
                <c:pt idx="44">
                  <c:v>0.111</c:v>
                </c:pt>
                <c:pt idx="45">
                  <c:v>0.111</c:v>
                </c:pt>
                <c:pt idx="46">
                  <c:v>0.11</c:v>
                </c:pt>
                <c:pt idx="47">
                  <c:v>0.11</c:v>
                </c:pt>
                <c:pt idx="48">
                  <c:v>0.11</c:v>
                </c:pt>
                <c:pt idx="49">
                  <c:v>0.11</c:v>
                </c:pt>
                <c:pt idx="50">
                  <c:v>0.109</c:v>
                </c:pt>
                <c:pt idx="51">
                  <c:v>0.109</c:v>
                </c:pt>
                <c:pt idx="52">
                  <c:v>0.108</c:v>
                </c:pt>
                <c:pt idx="53">
                  <c:v>0.108</c:v>
                </c:pt>
                <c:pt idx="54">
                  <c:v>0.107</c:v>
                </c:pt>
                <c:pt idx="55">
                  <c:v>0.106</c:v>
                </c:pt>
                <c:pt idx="56">
                  <c:v>0.106</c:v>
                </c:pt>
                <c:pt idx="57">
                  <c:v>0.105</c:v>
                </c:pt>
                <c:pt idx="58">
                  <c:v>0.104</c:v>
                </c:pt>
                <c:pt idx="59">
                  <c:v>0.10299999999999999</c:v>
                </c:pt>
                <c:pt idx="60">
                  <c:v>0.10199999999999999</c:v>
                </c:pt>
                <c:pt idx="61">
                  <c:v>0.10100000000000001</c:v>
                </c:pt>
                <c:pt idx="62">
                  <c:v>0.1</c:v>
                </c:pt>
                <c:pt idx="63">
                  <c:v>9.9000000000000005E-2</c:v>
                </c:pt>
                <c:pt idx="64">
                  <c:v>9.8000000000000004E-2</c:v>
                </c:pt>
                <c:pt idx="65">
                  <c:v>9.7000000000000003E-2</c:v>
                </c:pt>
                <c:pt idx="66">
                  <c:v>9.6000000000000002E-2</c:v>
                </c:pt>
                <c:pt idx="67">
                  <c:v>9.5000000000000001E-2</c:v>
                </c:pt>
                <c:pt idx="68">
                  <c:v>9.2999999999999999E-2</c:v>
                </c:pt>
                <c:pt idx="69">
                  <c:v>9.2999999999999999E-2</c:v>
                </c:pt>
                <c:pt idx="70">
                  <c:v>9.1999999999999998E-2</c:v>
                </c:pt>
                <c:pt idx="71">
                  <c:v>0.09</c:v>
                </c:pt>
                <c:pt idx="72">
                  <c:v>8.8999999999999996E-2</c:v>
                </c:pt>
                <c:pt idx="73">
                  <c:v>8.6999999999999994E-2</c:v>
                </c:pt>
                <c:pt idx="74">
                  <c:v>8.5999999999999993E-2</c:v>
                </c:pt>
                <c:pt idx="75">
                  <c:v>8.5000000000000006E-2</c:v>
                </c:pt>
                <c:pt idx="76">
                  <c:v>8.3000000000000004E-2</c:v>
                </c:pt>
                <c:pt idx="77">
                  <c:v>8.1000000000000003E-2</c:v>
                </c:pt>
                <c:pt idx="78">
                  <c:v>0.08</c:v>
                </c:pt>
                <c:pt idx="79">
                  <c:v>7.9000000000000001E-2</c:v>
                </c:pt>
                <c:pt idx="80">
                  <c:v>7.8E-2</c:v>
                </c:pt>
                <c:pt idx="81">
                  <c:v>7.5999999999999998E-2</c:v>
                </c:pt>
                <c:pt idx="82">
                  <c:v>7.4999999999999997E-2</c:v>
                </c:pt>
                <c:pt idx="83">
                  <c:v>7.2999999999999995E-2</c:v>
                </c:pt>
                <c:pt idx="84">
                  <c:v>7.1999999999999995E-2</c:v>
                </c:pt>
                <c:pt idx="85">
                  <c:v>7.0000000000000007E-2</c:v>
                </c:pt>
                <c:pt idx="86">
                  <c:v>6.8000000000000005E-2</c:v>
                </c:pt>
                <c:pt idx="87">
                  <c:v>6.7000000000000004E-2</c:v>
                </c:pt>
                <c:pt idx="88">
                  <c:v>6.6000000000000003E-2</c:v>
                </c:pt>
                <c:pt idx="89">
                  <c:v>6.4000000000000001E-2</c:v>
                </c:pt>
                <c:pt idx="90">
                  <c:v>6.2E-2</c:v>
                </c:pt>
                <c:pt idx="91">
                  <c:v>6.0999999999999999E-2</c:v>
                </c:pt>
                <c:pt idx="92">
                  <c:v>5.8999999999999997E-2</c:v>
                </c:pt>
                <c:pt idx="93">
                  <c:v>5.8000000000000003E-2</c:v>
                </c:pt>
                <c:pt idx="94">
                  <c:v>5.6000000000000001E-2</c:v>
                </c:pt>
                <c:pt idx="95">
                  <c:v>5.5E-2</c:v>
                </c:pt>
                <c:pt idx="96">
                  <c:v>5.2999999999999999E-2</c:v>
                </c:pt>
                <c:pt idx="97">
                  <c:v>5.1999999999999998E-2</c:v>
                </c:pt>
                <c:pt idx="98">
                  <c:v>5.0999999999999997E-2</c:v>
                </c:pt>
                <c:pt idx="99">
                  <c:v>4.9000000000000002E-2</c:v>
                </c:pt>
                <c:pt idx="100">
                  <c:v>4.8000000000000001E-2</c:v>
                </c:pt>
                <c:pt idx="101">
                  <c:v>4.5999999999999999E-2</c:v>
                </c:pt>
                <c:pt idx="102">
                  <c:v>4.4999999999999998E-2</c:v>
                </c:pt>
                <c:pt idx="103">
                  <c:v>4.2999999999999997E-2</c:v>
                </c:pt>
                <c:pt idx="104">
                  <c:v>4.2000000000000003E-2</c:v>
                </c:pt>
                <c:pt idx="105">
                  <c:v>4.1000000000000002E-2</c:v>
                </c:pt>
                <c:pt idx="106">
                  <c:v>3.9E-2</c:v>
                </c:pt>
                <c:pt idx="107">
                  <c:v>3.7999999999999999E-2</c:v>
                </c:pt>
                <c:pt idx="108">
                  <c:v>3.5999999999999997E-2</c:v>
                </c:pt>
                <c:pt idx="109">
                  <c:v>3.5000000000000003E-2</c:v>
                </c:pt>
                <c:pt idx="110">
                  <c:v>3.4000000000000002E-2</c:v>
                </c:pt>
                <c:pt idx="111">
                  <c:v>3.3000000000000002E-2</c:v>
                </c:pt>
                <c:pt idx="112">
                  <c:v>3.1E-2</c:v>
                </c:pt>
                <c:pt idx="113">
                  <c:v>0.03</c:v>
                </c:pt>
                <c:pt idx="114">
                  <c:v>2.9000000000000001E-2</c:v>
                </c:pt>
                <c:pt idx="115">
                  <c:v>2.9000000000000001E-2</c:v>
                </c:pt>
                <c:pt idx="116">
                  <c:v>2.7E-2</c:v>
                </c:pt>
                <c:pt idx="117">
                  <c:v>2.5999999999999999E-2</c:v>
                </c:pt>
                <c:pt idx="118">
                  <c:v>2.5000000000000001E-2</c:v>
                </c:pt>
                <c:pt idx="119">
                  <c:v>2.4E-2</c:v>
                </c:pt>
                <c:pt idx="120">
                  <c:v>2.3E-2</c:v>
                </c:pt>
                <c:pt idx="121">
                  <c:v>2.1999999999999999E-2</c:v>
                </c:pt>
                <c:pt idx="122">
                  <c:v>2.1000000000000001E-2</c:v>
                </c:pt>
                <c:pt idx="123">
                  <c:v>2.1000000000000001E-2</c:v>
                </c:pt>
                <c:pt idx="124">
                  <c:v>0.02</c:v>
                </c:pt>
                <c:pt idx="125">
                  <c:v>1.9E-2</c:v>
                </c:pt>
                <c:pt idx="126">
                  <c:v>1.7999999999999999E-2</c:v>
                </c:pt>
                <c:pt idx="127">
                  <c:v>1.7000000000000001E-2</c:v>
                </c:pt>
                <c:pt idx="128">
                  <c:v>1.7000000000000001E-2</c:v>
                </c:pt>
                <c:pt idx="129">
                  <c:v>1.6E-2</c:v>
                </c:pt>
                <c:pt idx="130">
                  <c:v>1.4999999999999999E-2</c:v>
                </c:pt>
                <c:pt idx="131">
                  <c:v>1.4999999999999999E-2</c:v>
                </c:pt>
                <c:pt idx="132">
                  <c:v>1.4999999999999999E-2</c:v>
                </c:pt>
                <c:pt idx="133">
                  <c:v>1.4E-2</c:v>
                </c:pt>
                <c:pt idx="134">
                  <c:v>1.2999999999999999E-2</c:v>
                </c:pt>
                <c:pt idx="135">
                  <c:v>1.2999999999999999E-2</c:v>
                </c:pt>
                <c:pt idx="136">
                  <c:v>1.2E-2</c:v>
                </c:pt>
                <c:pt idx="137">
                  <c:v>1.2E-2</c:v>
                </c:pt>
                <c:pt idx="138">
                  <c:v>1.0999999999999999E-2</c:v>
                </c:pt>
                <c:pt idx="139">
                  <c:v>0.01</c:v>
                </c:pt>
                <c:pt idx="140">
                  <c:v>1.0999999999999999E-2</c:v>
                </c:pt>
                <c:pt idx="141">
                  <c:v>0.01</c:v>
                </c:pt>
                <c:pt idx="142">
                  <c:v>0.01</c:v>
                </c:pt>
                <c:pt idx="143">
                  <c:v>0.01</c:v>
                </c:pt>
                <c:pt idx="144">
                  <c:v>8.9999999999999993E-3</c:v>
                </c:pt>
                <c:pt idx="145">
                  <c:v>8.9999999999999993E-3</c:v>
                </c:pt>
                <c:pt idx="146">
                  <c:v>8.9999999999999993E-3</c:v>
                </c:pt>
                <c:pt idx="147">
                  <c:v>8.0000000000000002E-3</c:v>
                </c:pt>
                <c:pt idx="148">
                  <c:v>8.0000000000000002E-3</c:v>
                </c:pt>
                <c:pt idx="149">
                  <c:v>8.0000000000000002E-3</c:v>
                </c:pt>
                <c:pt idx="150">
                  <c:v>8.0000000000000002E-3</c:v>
                </c:pt>
                <c:pt idx="151">
                  <c:v>8.0000000000000002E-3</c:v>
                </c:pt>
                <c:pt idx="152">
                  <c:v>7.0000000000000001E-3</c:v>
                </c:pt>
                <c:pt idx="153">
                  <c:v>7.0000000000000001E-3</c:v>
                </c:pt>
                <c:pt idx="154">
                  <c:v>7.0000000000000001E-3</c:v>
                </c:pt>
                <c:pt idx="155">
                  <c:v>7.0000000000000001E-3</c:v>
                </c:pt>
                <c:pt idx="156">
                  <c:v>7.0000000000000001E-3</c:v>
                </c:pt>
                <c:pt idx="157">
                  <c:v>7.0000000000000001E-3</c:v>
                </c:pt>
                <c:pt idx="158">
                  <c:v>7.0000000000000001E-3</c:v>
                </c:pt>
                <c:pt idx="159">
                  <c:v>6.0000000000000001E-3</c:v>
                </c:pt>
                <c:pt idx="160">
                  <c:v>6.0000000000000001E-3</c:v>
                </c:pt>
                <c:pt idx="161">
                  <c:v>6.0000000000000001E-3</c:v>
                </c:pt>
                <c:pt idx="162">
                  <c:v>7.0000000000000001E-3</c:v>
                </c:pt>
                <c:pt idx="163">
                  <c:v>6.0000000000000001E-3</c:v>
                </c:pt>
                <c:pt idx="164">
                  <c:v>6.0000000000000001E-3</c:v>
                </c:pt>
                <c:pt idx="165">
                  <c:v>6.0000000000000001E-3</c:v>
                </c:pt>
                <c:pt idx="166">
                  <c:v>6.0000000000000001E-3</c:v>
                </c:pt>
                <c:pt idx="167">
                  <c:v>6.0000000000000001E-3</c:v>
                </c:pt>
                <c:pt idx="168">
                  <c:v>6.0000000000000001E-3</c:v>
                </c:pt>
                <c:pt idx="169">
                  <c:v>6.0000000000000001E-3</c:v>
                </c:pt>
                <c:pt idx="170">
                  <c:v>6.0000000000000001E-3</c:v>
                </c:pt>
                <c:pt idx="171">
                  <c:v>5.0000000000000001E-3</c:v>
                </c:pt>
                <c:pt idx="172">
                  <c:v>6.0000000000000001E-3</c:v>
                </c:pt>
                <c:pt idx="173">
                  <c:v>6.0000000000000001E-3</c:v>
                </c:pt>
                <c:pt idx="174">
                  <c:v>6.0000000000000001E-3</c:v>
                </c:pt>
                <c:pt idx="175">
                  <c:v>5.0000000000000001E-3</c:v>
                </c:pt>
                <c:pt idx="176">
                  <c:v>5.0000000000000001E-3</c:v>
                </c:pt>
                <c:pt idx="177">
                  <c:v>5.0000000000000001E-3</c:v>
                </c:pt>
                <c:pt idx="178">
                  <c:v>5.0000000000000001E-3</c:v>
                </c:pt>
                <c:pt idx="179">
                  <c:v>5.0000000000000001E-3</c:v>
                </c:pt>
                <c:pt idx="180">
                  <c:v>6.0000000000000001E-3</c:v>
                </c:pt>
                <c:pt idx="181">
                  <c:v>6.0000000000000001E-3</c:v>
                </c:pt>
                <c:pt idx="182">
                  <c:v>5.0000000000000001E-3</c:v>
                </c:pt>
                <c:pt idx="183">
                  <c:v>5.0000000000000001E-3</c:v>
                </c:pt>
                <c:pt idx="184">
                  <c:v>5.0000000000000001E-3</c:v>
                </c:pt>
                <c:pt idx="185">
                  <c:v>5.0000000000000001E-3</c:v>
                </c:pt>
                <c:pt idx="186">
                  <c:v>5.0000000000000001E-3</c:v>
                </c:pt>
                <c:pt idx="187">
                  <c:v>5.0000000000000001E-3</c:v>
                </c:pt>
                <c:pt idx="188">
                  <c:v>5.0000000000000001E-3</c:v>
                </c:pt>
                <c:pt idx="189">
                  <c:v>5.0000000000000001E-3</c:v>
                </c:pt>
                <c:pt idx="190">
                  <c:v>5.0000000000000001E-3</c:v>
                </c:pt>
                <c:pt idx="191">
                  <c:v>4.0000000000000001E-3</c:v>
                </c:pt>
                <c:pt idx="192">
                  <c:v>5.0000000000000001E-3</c:v>
                </c:pt>
                <c:pt idx="193">
                  <c:v>5.0000000000000001E-3</c:v>
                </c:pt>
                <c:pt idx="194">
                  <c:v>5.0000000000000001E-3</c:v>
                </c:pt>
                <c:pt idx="195">
                  <c:v>6.0000000000000001E-3</c:v>
                </c:pt>
                <c:pt idx="196">
                  <c:v>4.0000000000000001E-3</c:v>
                </c:pt>
                <c:pt idx="197">
                  <c:v>5.0000000000000001E-3</c:v>
                </c:pt>
                <c:pt idx="198">
                  <c:v>5.0000000000000001E-3</c:v>
                </c:pt>
                <c:pt idx="199">
                  <c:v>5.0000000000000001E-3</c:v>
                </c:pt>
                <c:pt idx="200">
                  <c:v>5.0000000000000001E-3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C0D-4C6A-9231-EE91F126FB3E}"/>
            </c:ext>
          </c:extLst>
        </c:ser>
        <c:ser>
          <c:idx val="1"/>
          <c:order val="1"/>
          <c:tx>
            <c:v>20</c:v>
          </c:tx>
          <c:spPr>
            <a:ln w="19050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xVal>
            <c:numRef>
              <c:f>EspectrofotometroComercial!$B$229:$B$429</c:f>
              <c:numCache>
                <c:formatCode>General</c:formatCode>
                <c:ptCount val="201"/>
                <c:pt idx="0">
                  <c:v>450</c:v>
                </c:pt>
                <c:pt idx="1">
                  <c:v>451</c:v>
                </c:pt>
                <c:pt idx="2">
                  <c:v>452</c:v>
                </c:pt>
                <c:pt idx="3">
                  <c:v>453</c:v>
                </c:pt>
                <c:pt idx="4">
                  <c:v>454</c:v>
                </c:pt>
                <c:pt idx="5">
                  <c:v>455</c:v>
                </c:pt>
                <c:pt idx="6">
                  <c:v>456</c:v>
                </c:pt>
                <c:pt idx="7">
                  <c:v>457</c:v>
                </c:pt>
                <c:pt idx="8">
                  <c:v>458</c:v>
                </c:pt>
                <c:pt idx="9">
                  <c:v>459</c:v>
                </c:pt>
                <c:pt idx="10">
                  <c:v>460</c:v>
                </c:pt>
                <c:pt idx="11">
                  <c:v>461</c:v>
                </c:pt>
                <c:pt idx="12">
                  <c:v>462</c:v>
                </c:pt>
                <c:pt idx="13">
                  <c:v>463</c:v>
                </c:pt>
                <c:pt idx="14">
                  <c:v>464</c:v>
                </c:pt>
                <c:pt idx="15">
                  <c:v>465</c:v>
                </c:pt>
                <c:pt idx="16">
                  <c:v>466</c:v>
                </c:pt>
                <c:pt idx="17">
                  <c:v>467</c:v>
                </c:pt>
                <c:pt idx="18">
                  <c:v>468</c:v>
                </c:pt>
                <c:pt idx="19">
                  <c:v>469</c:v>
                </c:pt>
                <c:pt idx="20">
                  <c:v>470</c:v>
                </c:pt>
                <c:pt idx="21">
                  <c:v>471</c:v>
                </c:pt>
                <c:pt idx="22">
                  <c:v>472</c:v>
                </c:pt>
                <c:pt idx="23">
                  <c:v>473</c:v>
                </c:pt>
                <c:pt idx="24">
                  <c:v>474</c:v>
                </c:pt>
                <c:pt idx="25">
                  <c:v>475</c:v>
                </c:pt>
                <c:pt idx="26">
                  <c:v>476</c:v>
                </c:pt>
                <c:pt idx="27">
                  <c:v>477</c:v>
                </c:pt>
                <c:pt idx="28">
                  <c:v>478</c:v>
                </c:pt>
                <c:pt idx="29">
                  <c:v>479</c:v>
                </c:pt>
                <c:pt idx="30">
                  <c:v>480</c:v>
                </c:pt>
                <c:pt idx="31">
                  <c:v>481</c:v>
                </c:pt>
                <c:pt idx="32">
                  <c:v>482</c:v>
                </c:pt>
                <c:pt idx="33">
                  <c:v>483</c:v>
                </c:pt>
                <c:pt idx="34">
                  <c:v>484</c:v>
                </c:pt>
                <c:pt idx="35">
                  <c:v>485</c:v>
                </c:pt>
                <c:pt idx="36">
                  <c:v>486</c:v>
                </c:pt>
                <c:pt idx="37">
                  <c:v>487</c:v>
                </c:pt>
                <c:pt idx="38">
                  <c:v>488</c:v>
                </c:pt>
                <c:pt idx="39">
                  <c:v>489</c:v>
                </c:pt>
                <c:pt idx="40">
                  <c:v>490</c:v>
                </c:pt>
                <c:pt idx="41">
                  <c:v>491</c:v>
                </c:pt>
                <c:pt idx="42">
                  <c:v>492</c:v>
                </c:pt>
                <c:pt idx="43">
                  <c:v>493</c:v>
                </c:pt>
                <c:pt idx="44">
                  <c:v>494</c:v>
                </c:pt>
                <c:pt idx="45">
                  <c:v>495</c:v>
                </c:pt>
                <c:pt idx="46">
                  <c:v>496</c:v>
                </c:pt>
                <c:pt idx="47">
                  <c:v>497</c:v>
                </c:pt>
                <c:pt idx="48">
                  <c:v>498</c:v>
                </c:pt>
                <c:pt idx="49">
                  <c:v>499</c:v>
                </c:pt>
                <c:pt idx="50">
                  <c:v>500</c:v>
                </c:pt>
                <c:pt idx="51">
                  <c:v>501</c:v>
                </c:pt>
                <c:pt idx="52">
                  <c:v>502</c:v>
                </c:pt>
                <c:pt idx="53">
                  <c:v>503</c:v>
                </c:pt>
                <c:pt idx="54">
                  <c:v>504</c:v>
                </c:pt>
                <c:pt idx="55">
                  <c:v>505</c:v>
                </c:pt>
                <c:pt idx="56">
                  <c:v>506</c:v>
                </c:pt>
                <c:pt idx="57">
                  <c:v>507</c:v>
                </c:pt>
                <c:pt idx="58">
                  <c:v>508</c:v>
                </c:pt>
                <c:pt idx="59">
                  <c:v>509</c:v>
                </c:pt>
                <c:pt idx="60">
                  <c:v>510</c:v>
                </c:pt>
                <c:pt idx="61">
                  <c:v>511</c:v>
                </c:pt>
                <c:pt idx="62">
                  <c:v>512</c:v>
                </c:pt>
                <c:pt idx="63">
                  <c:v>513</c:v>
                </c:pt>
                <c:pt idx="64">
                  <c:v>514</c:v>
                </c:pt>
                <c:pt idx="65">
                  <c:v>515</c:v>
                </c:pt>
                <c:pt idx="66">
                  <c:v>516</c:v>
                </c:pt>
                <c:pt idx="67">
                  <c:v>517</c:v>
                </c:pt>
                <c:pt idx="68">
                  <c:v>518</c:v>
                </c:pt>
                <c:pt idx="69">
                  <c:v>519</c:v>
                </c:pt>
                <c:pt idx="70">
                  <c:v>520</c:v>
                </c:pt>
                <c:pt idx="71">
                  <c:v>521</c:v>
                </c:pt>
                <c:pt idx="72">
                  <c:v>522</c:v>
                </c:pt>
                <c:pt idx="73">
                  <c:v>523</c:v>
                </c:pt>
                <c:pt idx="74">
                  <c:v>524</c:v>
                </c:pt>
                <c:pt idx="75">
                  <c:v>525</c:v>
                </c:pt>
                <c:pt idx="76">
                  <c:v>526</c:v>
                </c:pt>
                <c:pt idx="77">
                  <c:v>527</c:v>
                </c:pt>
                <c:pt idx="78">
                  <c:v>528</c:v>
                </c:pt>
                <c:pt idx="79">
                  <c:v>529</c:v>
                </c:pt>
                <c:pt idx="80">
                  <c:v>530</c:v>
                </c:pt>
                <c:pt idx="81">
                  <c:v>531</c:v>
                </c:pt>
                <c:pt idx="82">
                  <c:v>532</c:v>
                </c:pt>
                <c:pt idx="83">
                  <c:v>533</c:v>
                </c:pt>
                <c:pt idx="84">
                  <c:v>534</c:v>
                </c:pt>
                <c:pt idx="85">
                  <c:v>535</c:v>
                </c:pt>
                <c:pt idx="86">
                  <c:v>536</c:v>
                </c:pt>
                <c:pt idx="87">
                  <c:v>537</c:v>
                </c:pt>
                <c:pt idx="88">
                  <c:v>538</c:v>
                </c:pt>
                <c:pt idx="89">
                  <c:v>539</c:v>
                </c:pt>
                <c:pt idx="90">
                  <c:v>540</c:v>
                </c:pt>
                <c:pt idx="91">
                  <c:v>541</c:v>
                </c:pt>
                <c:pt idx="92">
                  <c:v>542</c:v>
                </c:pt>
                <c:pt idx="93">
                  <c:v>543</c:v>
                </c:pt>
                <c:pt idx="94">
                  <c:v>544</c:v>
                </c:pt>
                <c:pt idx="95">
                  <c:v>545</c:v>
                </c:pt>
                <c:pt idx="96">
                  <c:v>546</c:v>
                </c:pt>
                <c:pt idx="97">
                  <c:v>547</c:v>
                </c:pt>
                <c:pt idx="98">
                  <c:v>548</c:v>
                </c:pt>
                <c:pt idx="99">
                  <c:v>549</c:v>
                </c:pt>
                <c:pt idx="100">
                  <c:v>550</c:v>
                </c:pt>
                <c:pt idx="101">
                  <c:v>551</c:v>
                </c:pt>
                <c:pt idx="102">
                  <c:v>552</c:v>
                </c:pt>
                <c:pt idx="103">
                  <c:v>553</c:v>
                </c:pt>
                <c:pt idx="104">
                  <c:v>554</c:v>
                </c:pt>
                <c:pt idx="105">
                  <c:v>555</c:v>
                </c:pt>
                <c:pt idx="106">
                  <c:v>556</c:v>
                </c:pt>
                <c:pt idx="107">
                  <c:v>557</c:v>
                </c:pt>
                <c:pt idx="108">
                  <c:v>558</c:v>
                </c:pt>
                <c:pt idx="109">
                  <c:v>559</c:v>
                </c:pt>
                <c:pt idx="110">
                  <c:v>560</c:v>
                </c:pt>
                <c:pt idx="111">
                  <c:v>561</c:v>
                </c:pt>
                <c:pt idx="112">
                  <c:v>562</c:v>
                </c:pt>
                <c:pt idx="113">
                  <c:v>563</c:v>
                </c:pt>
                <c:pt idx="114">
                  <c:v>564</c:v>
                </c:pt>
                <c:pt idx="115">
                  <c:v>565</c:v>
                </c:pt>
                <c:pt idx="116">
                  <c:v>566</c:v>
                </c:pt>
                <c:pt idx="117">
                  <c:v>567</c:v>
                </c:pt>
                <c:pt idx="118">
                  <c:v>568</c:v>
                </c:pt>
                <c:pt idx="119">
                  <c:v>569</c:v>
                </c:pt>
                <c:pt idx="120">
                  <c:v>570</c:v>
                </c:pt>
                <c:pt idx="121">
                  <c:v>571</c:v>
                </c:pt>
                <c:pt idx="122">
                  <c:v>572</c:v>
                </c:pt>
                <c:pt idx="123">
                  <c:v>573</c:v>
                </c:pt>
                <c:pt idx="124">
                  <c:v>574</c:v>
                </c:pt>
                <c:pt idx="125">
                  <c:v>575</c:v>
                </c:pt>
                <c:pt idx="126">
                  <c:v>576</c:v>
                </c:pt>
                <c:pt idx="127">
                  <c:v>577</c:v>
                </c:pt>
                <c:pt idx="128">
                  <c:v>578</c:v>
                </c:pt>
                <c:pt idx="129">
                  <c:v>579</c:v>
                </c:pt>
                <c:pt idx="130">
                  <c:v>580</c:v>
                </c:pt>
                <c:pt idx="131">
                  <c:v>581</c:v>
                </c:pt>
                <c:pt idx="132">
                  <c:v>582</c:v>
                </c:pt>
                <c:pt idx="133">
                  <c:v>583</c:v>
                </c:pt>
                <c:pt idx="134">
                  <c:v>584</c:v>
                </c:pt>
                <c:pt idx="135">
                  <c:v>585</c:v>
                </c:pt>
                <c:pt idx="136">
                  <c:v>586</c:v>
                </c:pt>
                <c:pt idx="137">
                  <c:v>587</c:v>
                </c:pt>
                <c:pt idx="138">
                  <c:v>588</c:v>
                </c:pt>
                <c:pt idx="139">
                  <c:v>589</c:v>
                </c:pt>
                <c:pt idx="140">
                  <c:v>590</c:v>
                </c:pt>
                <c:pt idx="141">
                  <c:v>591</c:v>
                </c:pt>
                <c:pt idx="142">
                  <c:v>592</c:v>
                </c:pt>
                <c:pt idx="143">
                  <c:v>593</c:v>
                </c:pt>
                <c:pt idx="144">
                  <c:v>594</c:v>
                </c:pt>
                <c:pt idx="145">
                  <c:v>595</c:v>
                </c:pt>
                <c:pt idx="146">
                  <c:v>596</c:v>
                </c:pt>
                <c:pt idx="147">
                  <c:v>597</c:v>
                </c:pt>
                <c:pt idx="148">
                  <c:v>598</c:v>
                </c:pt>
                <c:pt idx="149">
                  <c:v>599</c:v>
                </c:pt>
                <c:pt idx="150">
                  <c:v>600</c:v>
                </c:pt>
                <c:pt idx="151">
                  <c:v>601</c:v>
                </c:pt>
                <c:pt idx="152">
                  <c:v>602</c:v>
                </c:pt>
                <c:pt idx="153">
                  <c:v>603</c:v>
                </c:pt>
                <c:pt idx="154">
                  <c:v>604</c:v>
                </c:pt>
                <c:pt idx="155">
                  <c:v>605</c:v>
                </c:pt>
                <c:pt idx="156">
                  <c:v>606</c:v>
                </c:pt>
                <c:pt idx="157">
                  <c:v>607</c:v>
                </c:pt>
                <c:pt idx="158">
                  <c:v>608</c:v>
                </c:pt>
                <c:pt idx="159">
                  <c:v>609</c:v>
                </c:pt>
                <c:pt idx="160">
                  <c:v>610</c:v>
                </c:pt>
                <c:pt idx="161">
                  <c:v>611</c:v>
                </c:pt>
                <c:pt idx="162">
                  <c:v>612</c:v>
                </c:pt>
                <c:pt idx="163">
                  <c:v>613</c:v>
                </c:pt>
                <c:pt idx="164">
                  <c:v>614</c:v>
                </c:pt>
                <c:pt idx="165">
                  <c:v>615</c:v>
                </c:pt>
                <c:pt idx="166">
                  <c:v>616</c:v>
                </c:pt>
                <c:pt idx="167">
                  <c:v>617</c:v>
                </c:pt>
                <c:pt idx="168">
                  <c:v>618</c:v>
                </c:pt>
                <c:pt idx="169">
                  <c:v>619</c:v>
                </c:pt>
                <c:pt idx="170">
                  <c:v>620</c:v>
                </c:pt>
                <c:pt idx="171">
                  <c:v>621</c:v>
                </c:pt>
                <c:pt idx="172">
                  <c:v>622</c:v>
                </c:pt>
                <c:pt idx="173">
                  <c:v>623</c:v>
                </c:pt>
                <c:pt idx="174">
                  <c:v>624</c:v>
                </c:pt>
                <c:pt idx="175">
                  <c:v>625</c:v>
                </c:pt>
                <c:pt idx="176">
                  <c:v>626</c:v>
                </c:pt>
                <c:pt idx="177">
                  <c:v>627</c:v>
                </c:pt>
                <c:pt idx="178">
                  <c:v>628</c:v>
                </c:pt>
                <c:pt idx="179">
                  <c:v>629</c:v>
                </c:pt>
                <c:pt idx="180">
                  <c:v>630</c:v>
                </c:pt>
                <c:pt idx="181">
                  <c:v>631</c:v>
                </c:pt>
                <c:pt idx="182">
                  <c:v>632</c:v>
                </c:pt>
                <c:pt idx="183">
                  <c:v>633</c:v>
                </c:pt>
                <c:pt idx="184">
                  <c:v>634</c:v>
                </c:pt>
                <c:pt idx="185">
                  <c:v>635</c:v>
                </c:pt>
                <c:pt idx="186">
                  <c:v>636</c:v>
                </c:pt>
                <c:pt idx="187">
                  <c:v>637</c:v>
                </c:pt>
                <c:pt idx="188">
                  <c:v>638</c:v>
                </c:pt>
                <c:pt idx="189">
                  <c:v>639</c:v>
                </c:pt>
                <c:pt idx="190">
                  <c:v>640</c:v>
                </c:pt>
                <c:pt idx="191">
                  <c:v>641</c:v>
                </c:pt>
                <c:pt idx="192">
                  <c:v>642</c:v>
                </c:pt>
                <c:pt idx="193">
                  <c:v>643</c:v>
                </c:pt>
                <c:pt idx="194">
                  <c:v>644</c:v>
                </c:pt>
                <c:pt idx="195">
                  <c:v>645</c:v>
                </c:pt>
                <c:pt idx="196">
                  <c:v>646</c:v>
                </c:pt>
                <c:pt idx="197">
                  <c:v>647</c:v>
                </c:pt>
                <c:pt idx="198">
                  <c:v>648</c:v>
                </c:pt>
                <c:pt idx="199">
                  <c:v>649</c:v>
                </c:pt>
                <c:pt idx="200">
                  <c:v>650</c:v>
                </c:pt>
              </c:numCache>
            </c:numRef>
          </c:xVal>
          <c:yVal>
            <c:numRef>
              <c:f>EspectrofotometroComercial!$C$229:$C$429</c:f>
              <c:numCache>
                <c:formatCode>General</c:formatCode>
                <c:ptCount val="201"/>
                <c:pt idx="0">
                  <c:v>0.53700000000000003</c:v>
                </c:pt>
                <c:pt idx="1">
                  <c:v>0.54300000000000004</c:v>
                </c:pt>
                <c:pt idx="2">
                  <c:v>0.54800000000000004</c:v>
                </c:pt>
                <c:pt idx="3">
                  <c:v>0.55300000000000005</c:v>
                </c:pt>
                <c:pt idx="4">
                  <c:v>0.55800000000000005</c:v>
                </c:pt>
                <c:pt idx="5">
                  <c:v>0.56399999999999995</c:v>
                </c:pt>
                <c:pt idx="6">
                  <c:v>0.56999999999999995</c:v>
                </c:pt>
                <c:pt idx="7">
                  <c:v>0.57499999999999996</c:v>
                </c:pt>
                <c:pt idx="8">
                  <c:v>0.58099999999999996</c:v>
                </c:pt>
                <c:pt idx="9">
                  <c:v>0.58699999999999997</c:v>
                </c:pt>
                <c:pt idx="10">
                  <c:v>0.59199999999999997</c:v>
                </c:pt>
                <c:pt idx="11">
                  <c:v>0.59699999999999998</c:v>
                </c:pt>
                <c:pt idx="12">
                  <c:v>0.60199999999999998</c:v>
                </c:pt>
                <c:pt idx="13">
                  <c:v>0.60799999999999998</c:v>
                </c:pt>
                <c:pt idx="14">
                  <c:v>0.61499999999999999</c:v>
                </c:pt>
                <c:pt idx="15">
                  <c:v>0.61899999999999999</c:v>
                </c:pt>
                <c:pt idx="16">
                  <c:v>0.625</c:v>
                </c:pt>
                <c:pt idx="17">
                  <c:v>0.63100000000000001</c:v>
                </c:pt>
                <c:pt idx="18">
                  <c:v>0.63700000000000001</c:v>
                </c:pt>
                <c:pt idx="19">
                  <c:v>0.64200000000000002</c:v>
                </c:pt>
                <c:pt idx="20">
                  <c:v>0.64800000000000002</c:v>
                </c:pt>
                <c:pt idx="21">
                  <c:v>0.65300000000000002</c:v>
                </c:pt>
                <c:pt idx="22">
                  <c:v>0.65800000000000003</c:v>
                </c:pt>
                <c:pt idx="23">
                  <c:v>0.66300000000000003</c:v>
                </c:pt>
                <c:pt idx="24">
                  <c:v>0.66800000000000004</c:v>
                </c:pt>
                <c:pt idx="25">
                  <c:v>0.67300000000000004</c:v>
                </c:pt>
                <c:pt idx="26">
                  <c:v>0.67800000000000005</c:v>
                </c:pt>
                <c:pt idx="27">
                  <c:v>0.68200000000000005</c:v>
                </c:pt>
                <c:pt idx="28">
                  <c:v>0.68700000000000006</c:v>
                </c:pt>
                <c:pt idx="29">
                  <c:v>0.69099999999999995</c:v>
                </c:pt>
                <c:pt idx="30">
                  <c:v>0.69499999999999995</c:v>
                </c:pt>
                <c:pt idx="31">
                  <c:v>0.69899999999999995</c:v>
                </c:pt>
                <c:pt idx="32">
                  <c:v>0.70299999999999996</c:v>
                </c:pt>
                <c:pt idx="33">
                  <c:v>0.70699999999999996</c:v>
                </c:pt>
                <c:pt idx="34">
                  <c:v>0.71</c:v>
                </c:pt>
                <c:pt idx="35">
                  <c:v>0.71199999999999997</c:v>
                </c:pt>
                <c:pt idx="36">
                  <c:v>0.71299999999999997</c:v>
                </c:pt>
                <c:pt idx="37">
                  <c:v>0.71599999999999997</c:v>
                </c:pt>
                <c:pt idx="38">
                  <c:v>0.71799999999999997</c:v>
                </c:pt>
                <c:pt idx="39">
                  <c:v>0.71799999999999997</c:v>
                </c:pt>
                <c:pt idx="40">
                  <c:v>0.72</c:v>
                </c:pt>
                <c:pt idx="41">
                  <c:v>0.72199999999999998</c:v>
                </c:pt>
                <c:pt idx="42">
                  <c:v>0.72199999999999998</c:v>
                </c:pt>
                <c:pt idx="43">
                  <c:v>0.72299999999999998</c:v>
                </c:pt>
                <c:pt idx="44">
                  <c:v>0.72199999999999998</c:v>
                </c:pt>
                <c:pt idx="45">
                  <c:v>0.72199999999999998</c:v>
                </c:pt>
                <c:pt idx="46">
                  <c:v>0.72099999999999997</c:v>
                </c:pt>
                <c:pt idx="47">
                  <c:v>0.72</c:v>
                </c:pt>
                <c:pt idx="48">
                  <c:v>0.71899999999999997</c:v>
                </c:pt>
                <c:pt idx="49">
                  <c:v>0.71699999999999997</c:v>
                </c:pt>
                <c:pt idx="50">
                  <c:v>0.71499999999999997</c:v>
                </c:pt>
                <c:pt idx="51">
                  <c:v>0.71199999999999997</c:v>
                </c:pt>
                <c:pt idx="52">
                  <c:v>0.71</c:v>
                </c:pt>
                <c:pt idx="53">
                  <c:v>0.70599999999999996</c:v>
                </c:pt>
                <c:pt idx="54">
                  <c:v>0.70299999999999996</c:v>
                </c:pt>
                <c:pt idx="55">
                  <c:v>0.69899999999999995</c:v>
                </c:pt>
                <c:pt idx="56">
                  <c:v>0.69599999999999995</c:v>
                </c:pt>
                <c:pt idx="57">
                  <c:v>0.69099999999999995</c:v>
                </c:pt>
                <c:pt idx="58">
                  <c:v>0.68700000000000006</c:v>
                </c:pt>
                <c:pt idx="59">
                  <c:v>0.68200000000000005</c:v>
                </c:pt>
                <c:pt idx="60">
                  <c:v>0.67700000000000005</c:v>
                </c:pt>
                <c:pt idx="61">
                  <c:v>0.67200000000000004</c:v>
                </c:pt>
                <c:pt idx="62">
                  <c:v>0.66500000000000004</c:v>
                </c:pt>
                <c:pt idx="63">
                  <c:v>0.66</c:v>
                </c:pt>
                <c:pt idx="64">
                  <c:v>0.65200000000000002</c:v>
                </c:pt>
                <c:pt idx="65">
                  <c:v>0.64600000000000002</c:v>
                </c:pt>
                <c:pt idx="66">
                  <c:v>0.64</c:v>
                </c:pt>
                <c:pt idx="67">
                  <c:v>0.63300000000000001</c:v>
                </c:pt>
                <c:pt idx="68">
                  <c:v>0.625</c:v>
                </c:pt>
                <c:pt idx="69">
                  <c:v>0.61899999999999999</c:v>
                </c:pt>
                <c:pt idx="70">
                  <c:v>0.61199999999999999</c:v>
                </c:pt>
                <c:pt idx="71">
                  <c:v>0.60399999999999998</c:v>
                </c:pt>
                <c:pt idx="72">
                  <c:v>0.59599999999999997</c:v>
                </c:pt>
                <c:pt idx="73">
                  <c:v>0.58799999999999997</c:v>
                </c:pt>
                <c:pt idx="74">
                  <c:v>0.57999999999999996</c:v>
                </c:pt>
                <c:pt idx="75">
                  <c:v>0.57199999999999995</c:v>
                </c:pt>
                <c:pt idx="76">
                  <c:v>0.56399999999999995</c:v>
                </c:pt>
                <c:pt idx="77">
                  <c:v>0.55500000000000005</c:v>
                </c:pt>
                <c:pt idx="78">
                  <c:v>0.54700000000000004</c:v>
                </c:pt>
                <c:pt idx="79">
                  <c:v>0.53900000000000003</c:v>
                </c:pt>
                <c:pt idx="80">
                  <c:v>0.53100000000000003</c:v>
                </c:pt>
                <c:pt idx="81">
                  <c:v>0.52200000000000002</c:v>
                </c:pt>
                <c:pt idx="82">
                  <c:v>0.51300000000000001</c:v>
                </c:pt>
                <c:pt idx="83">
                  <c:v>0.503</c:v>
                </c:pt>
                <c:pt idx="84">
                  <c:v>0.495</c:v>
                </c:pt>
                <c:pt idx="85">
                  <c:v>0.48499999999999999</c:v>
                </c:pt>
                <c:pt idx="86">
                  <c:v>0.47599999999999998</c:v>
                </c:pt>
                <c:pt idx="87">
                  <c:v>0.46700000000000003</c:v>
                </c:pt>
                <c:pt idx="88">
                  <c:v>0.45700000000000002</c:v>
                </c:pt>
                <c:pt idx="89">
                  <c:v>0.44700000000000001</c:v>
                </c:pt>
                <c:pt idx="90">
                  <c:v>0.438</c:v>
                </c:pt>
                <c:pt idx="91">
                  <c:v>0.42799999999999999</c:v>
                </c:pt>
                <c:pt idx="92">
                  <c:v>0.42</c:v>
                </c:pt>
                <c:pt idx="93">
                  <c:v>0.41099999999999998</c:v>
                </c:pt>
                <c:pt idx="94">
                  <c:v>0.40100000000000002</c:v>
                </c:pt>
                <c:pt idx="95">
                  <c:v>0.39200000000000002</c:v>
                </c:pt>
                <c:pt idx="96">
                  <c:v>0.38200000000000001</c:v>
                </c:pt>
                <c:pt idx="97">
                  <c:v>0.372</c:v>
                </c:pt>
                <c:pt idx="98">
                  <c:v>0.36299999999999999</c:v>
                </c:pt>
                <c:pt idx="99">
                  <c:v>0.35299999999999998</c:v>
                </c:pt>
                <c:pt idx="100">
                  <c:v>0.34399999999999997</c:v>
                </c:pt>
                <c:pt idx="101">
                  <c:v>0.33500000000000002</c:v>
                </c:pt>
                <c:pt idx="102">
                  <c:v>0.32500000000000001</c:v>
                </c:pt>
                <c:pt idx="103">
                  <c:v>0.317</c:v>
                </c:pt>
                <c:pt idx="104">
                  <c:v>0.308</c:v>
                </c:pt>
                <c:pt idx="105">
                  <c:v>0.29899999999999999</c:v>
                </c:pt>
                <c:pt idx="106">
                  <c:v>0.28899999999999998</c:v>
                </c:pt>
                <c:pt idx="107">
                  <c:v>0.28000000000000003</c:v>
                </c:pt>
                <c:pt idx="108">
                  <c:v>0.27100000000000002</c:v>
                </c:pt>
                <c:pt idx="109">
                  <c:v>0.26300000000000001</c:v>
                </c:pt>
                <c:pt idx="110">
                  <c:v>0.253</c:v>
                </c:pt>
                <c:pt idx="111">
                  <c:v>0.245</c:v>
                </c:pt>
                <c:pt idx="112">
                  <c:v>0.23699999999999999</c:v>
                </c:pt>
                <c:pt idx="113">
                  <c:v>0.22800000000000001</c:v>
                </c:pt>
                <c:pt idx="114">
                  <c:v>0.221</c:v>
                </c:pt>
                <c:pt idx="115">
                  <c:v>0.214</c:v>
                </c:pt>
                <c:pt idx="116">
                  <c:v>0.20499999999999999</c:v>
                </c:pt>
                <c:pt idx="117">
                  <c:v>0.19800000000000001</c:v>
                </c:pt>
                <c:pt idx="118">
                  <c:v>0.191</c:v>
                </c:pt>
                <c:pt idx="119">
                  <c:v>0.182</c:v>
                </c:pt>
                <c:pt idx="120">
                  <c:v>0.17499999999999999</c:v>
                </c:pt>
                <c:pt idx="121">
                  <c:v>0.16900000000000001</c:v>
                </c:pt>
                <c:pt idx="122">
                  <c:v>0.16300000000000001</c:v>
                </c:pt>
                <c:pt idx="123">
                  <c:v>0.156</c:v>
                </c:pt>
                <c:pt idx="124">
                  <c:v>0.15</c:v>
                </c:pt>
                <c:pt idx="125">
                  <c:v>0.14399999999999999</c:v>
                </c:pt>
                <c:pt idx="126">
                  <c:v>0.13900000000000001</c:v>
                </c:pt>
                <c:pt idx="127">
                  <c:v>0.13300000000000001</c:v>
                </c:pt>
                <c:pt idx="128">
                  <c:v>0.128</c:v>
                </c:pt>
                <c:pt idx="129">
                  <c:v>0.124</c:v>
                </c:pt>
                <c:pt idx="130">
                  <c:v>0.11799999999999999</c:v>
                </c:pt>
                <c:pt idx="131">
                  <c:v>0.115</c:v>
                </c:pt>
                <c:pt idx="132">
                  <c:v>0.109</c:v>
                </c:pt>
                <c:pt idx="133">
                  <c:v>0.105</c:v>
                </c:pt>
                <c:pt idx="134">
                  <c:v>0.10100000000000001</c:v>
                </c:pt>
                <c:pt idx="135">
                  <c:v>9.8000000000000004E-2</c:v>
                </c:pt>
                <c:pt idx="136">
                  <c:v>9.2999999999999999E-2</c:v>
                </c:pt>
                <c:pt idx="137">
                  <c:v>0.09</c:v>
                </c:pt>
                <c:pt idx="138">
                  <c:v>8.5999999999999993E-2</c:v>
                </c:pt>
                <c:pt idx="139">
                  <c:v>8.3000000000000004E-2</c:v>
                </c:pt>
                <c:pt idx="140">
                  <c:v>8.1000000000000003E-2</c:v>
                </c:pt>
                <c:pt idx="141">
                  <c:v>7.8E-2</c:v>
                </c:pt>
                <c:pt idx="142">
                  <c:v>7.4999999999999997E-2</c:v>
                </c:pt>
                <c:pt idx="143">
                  <c:v>7.3999999999999996E-2</c:v>
                </c:pt>
                <c:pt idx="144">
                  <c:v>7.0999999999999994E-2</c:v>
                </c:pt>
                <c:pt idx="145">
                  <c:v>6.9000000000000006E-2</c:v>
                </c:pt>
                <c:pt idx="146">
                  <c:v>6.6000000000000003E-2</c:v>
                </c:pt>
                <c:pt idx="147">
                  <c:v>6.5000000000000002E-2</c:v>
                </c:pt>
                <c:pt idx="148">
                  <c:v>6.2E-2</c:v>
                </c:pt>
                <c:pt idx="149">
                  <c:v>0.06</c:v>
                </c:pt>
                <c:pt idx="150">
                  <c:v>5.8999999999999997E-2</c:v>
                </c:pt>
                <c:pt idx="151">
                  <c:v>5.8000000000000003E-2</c:v>
                </c:pt>
                <c:pt idx="152">
                  <c:v>5.6000000000000001E-2</c:v>
                </c:pt>
                <c:pt idx="153">
                  <c:v>5.3999999999999999E-2</c:v>
                </c:pt>
                <c:pt idx="154">
                  <c:v>5.1999999999999998E-2</c:v>
                </c:pt>
                <c:pt idx="155">
                  <c:v>5.1999999999999998E-2</c:v>
                </c:pt>
                <c:pt idx="156">
                  <c:v>5.0999999999999997E-2</c:v>
                </c:pt>
                <c:pt idx="157">
                  <c:v>0.05</c:v>
                </c:pt>
                <c:pt idx="158">
                  <c:v>4.9000000000000002E-2</c:v>
                </c:pt>
                <c:pt idx="159">
                  <c:v>4.9000000000000002E-2</c:v>
                </c:pt>
                <c:pt idx="160">
                  <c:v>4.7E-2</c:v>
                </c:pt>
                <c:pt idx="161">
                  <c:v>4.5999999999999999E-2</c:v>
                </c:pt>
                <c:pt idx="162">
                  <c:v>4.5999999999999999E-2</c:v>
                </c:pt>
                <c:pt idx="163">
                  <c:v>4.4999999999999998E-2</c:v>
                </c:pt>
                <c:pt idx="164">
                  <c:v>4.3999999999999997E-2</c:v>
                </c:pt>
                <c:pt idx="165">
                  <c:v>4.4999999999999998E-2</c:v>
                </c:pt>
                <c:pt idx="166">
                  <c:v>4.3999999999999997E-2</c:v>
                </c:pt>
                <c:pt idx="167">
                  <c:v>4.3999999999999997E-2</c:v>
                </c:pt>
                <c:pt idx="168">
                  <c:v>4.2999999999999997E-2</c:v>
                </c:pt>
                <c:pt idx="169">
                  <c:v>4.2999999999999997E-2</c:v>
                </c:pt>
                <c:pt idx="170">
                  <c:v>4.2000000000000003E-2</c:v>
                </c:pt>
                <c:pt idx="171">
                  <c:v>4.2000000000000003E-2</c:v>
                </c:pt>
                <c:pt idx="172">
                  <c:v>4.2000000000000003E-2</c:v>
                </c:pt>
                <c:pt idx="173">
                  <c:v>4.2000000000000003E-2</c:v>
                </c:pt>
                <c:pt idx="174">
                  <c:v>4.1000000000000002E-2</c:v>
                </c:pt>
                <c:pt idx="175">
                  <c:v>4.1000000000000002E-2</c:v>
                </c:pt>
                <c:pt idx="176">
                  <c:v>4.1000000000000002E-2</c:v>
                </c:pt>
                <c:pt idx="177">
                  <c:v>4.1000000000000002E-2</c:v>
                </c:pt>
                <c:pt idx="178">
                  <c:v>4.1000000000000002E-2</c:v>
                </c:pt>
                <c:pt idx="179">
                  <c:v>0.04</c:v>
                </c:pt>
                <c:pt idx="180">
                  <c:v>0.04</c:v>
                </c:pt>
                <c:pt idx="181">
                  <c:v>4.1000000000000002E-2</c:v>
                </c:pt>
                <c:pt idx="182">
                  <c:v>4.1000000000000002E-2</c:v>
                </c:pt>
                <c:pt idx="183">
                  <c:v>4.1000000000000002E-2</c:v>
                </c:pt>
                <c:pt idx="184">
                  <c:v>4.1000000000000002E-2</c:v>
                </c:pt>
                <c:pt idx="185">
                  <c:v>4.1000000000000002E-2</c:v>
                </c:pt>
                <c:pt idx="186">
                  <c:v>4.1000000000000002E-2</c:v>
                </c:pt>
                <c:pt idx="187">
                  <c:v>4.1000000000000002E-2</c:v>
                </c:pt>
                <c:pt idx="188">
                  <c:v>4.1000000000000002E-2</c:v>
                </c:pt>
                <c:pt idx="189">
                  <c:v>4.1000000000000002E-2</c:v>
                </c:pt>
                <c:pt idx="190">
                  <c:v>4.1000000000000002E-2</c:v>
                </c:pt>
                <c:pt idx="191">
                  <c:v>0.04</c:v>
                </c:pt>
                <c:pt idx="192">
                  <c:v>4.1000000000000002E-2</c:v>
                </c:pt>
                <c:pt idx="193">
                  <c:v>0.04</c:v>
                </c:pt>
                <c:pt idx="194">
                  <c:v>4.1000000000000002E-2</c:v>
                </c:pt>
                <c:pt idx="195">
                  <c:v>4.1000000000000002E-2</c:v>
                </c:pt>
                <c:pt idx="196">
                  <c:v>4.1000000000000002E-2</c:v>
                </c:pt>
                <c:pt idx="197">
                  <c:v>4.1000000000000002E-2</c:v>
                </c:pt>
                <c:pt idx="198">
                  <c:v>4.2000000000000003E-2</c:v>
                </c:pt>
                <c:pt idx="199">
                  <c:v>4.1000000000000002E-2</c:v>
                </c:pt>
                <c:pt idx="200">
                  <c:v>0.04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C0D-4C6A-9231-EE91F126FB3E}"/>
            </c:ext>
          </c:extLst>
        </c:ser>
        <c:ser>
          <c:idx val="2"/>
          <c:order val="2"/>
          <c:tx>
            <c:v>30</c:v>
          </c:tx>
          <c:spPr>
            <a:ln w="19050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xVal>
            <c:numRef>
              <c:f>EspectrofotometroComercial!$B$431:$B$631</c:f>
              <c:numCache>
                <c:formatCode>General</c:formatCode>
                <c:ptCount val="201"/>
                <c:pt idx="0">
                  <c:v>450</c:v>
                </c:pt>
                <c:pt idx="1">
                  <c:v>451</c:v>
                </c:pt>
                <c:pt idx="2">
                  <c:v>452</c:v>
                </c:pt>
                <c:pt idx="3">
                  <c:v>453</c:v>
                </c:pt>
                <c:pt idx="4">
                  <c:v>454</c:v>
                </c:pt>
                <c:pt idx="5">
                  <c:v>455</c:v>
                </c:pt>
                <c:pt idx="6">
                  <c:v>456</c:v>
                </c:pt>
                <c:pt idx="7">
                  <c:v>457</c:v>
                </c:pt>
                <c:pt idx="8">
                  <c:v>458</c:v>
                </c:pt>
                <c:pt idx="9">
                  <c:v>459</c:v>
                </c:pt>
                <c:pt idx="10">
                  <c:v>460</c:v>
                </c:pt>
                <c:pt idx="11">
                  <c:v>461</c:v>
                </c:pt>
                <c:pt idx="12">
                  <c:v>462</c:v>
                </c:pt>
                <c:pt idx="13">
                  <c:v>463</c:v>
                </c:pt>
                <c:pt idx="14">
                  <c:v>464</c:v>
                </c:pt>
                <c:pt idx="15">
                  <c:v>465</c:v>
                </c:pt>
                <c:pt idx="16">
                  <c:v>466</c:v>
                </c:pt>
                <c:pt idx="17">
                  <c:v>467</c:v>
                </c:pt>
                <c:pt idx="18">
                  <c:v>468</c:v>
                </c:pt>
                <c:pt idx="19">
                  <c:v>469</c:v>
                </c:pt>
                <c:pt idx="20">
                  <c:v>470</c:v>
                </c:pt>
                <c:pt idx="21">
                  <c:v>471</c:v>
                </c:pt>
                <c:pt idx="22">
                  <c:v>472</c:v>
                </c:pt>
                <c:pt idx="23">
                  <c:v>473</c:v>
                </c:pt>
                <c:pt idx="24">
                  <c:v>474</c:v>
                </c:pt>
                <c:pt idx="25">
                  <c:v>475</c:v>
                </c:pt>
                <c:pt idx="26">
                  <c:v>476</c:v>
                </c:pt>
                <c:pt idx="27">
                  <c:v>477</c:v>
                </c:pt>
                <c:pt idx="28">
                  <c:v>478</c:v>
                </c:pt>
                <c:pt idx="29">
                  <c:v>479</c:v>
                </c:pt>
                <c:pt idx="30">
                  <c:v>480</c:v>
                </c:pt>
                <c:pt idx="31">
                  <c:v>481</c:v>
                </c:pt>
                <c:pt idx="32">
                  <c:v>482</c:v>
                </c:pt>
                <c:pt idx="33">
                  <c:v>483</c:v>
                </c:pt>
                <c:pt idx="34">
                  <c:v>484</c:v>
                </c:pt>
                <c:pt idx="35">
                  <c:v>485</c:v>
                </c:pt>
                <c:pt idx="36">
                  <c:v>486</c:v>
                </c:pt>
                <c:pt idx="37">
                  <c:v>487</c:v>
                </c:pt>
                <c:pt idx="38">
                  <c:v>488</c:v>
                </c:pt>
                <c:pt idx="39">
                  <c:v>489</c:v>
                </c:pt>
                <c:pt idx="40">
                  <c:v>490</c:v>
                </c:pt>
                <c:pt idx="41">
                  <c:v>491</c:v>
                </c:pt>
                <c:pt idx="42">
                  <c:v>492</c:v>
                </c:pt>
                <c:pt idx="43">
                  <c:v>493</c:v>
                </c:pt>
                <c:pt idx="44">
                  <c:v>494</c:v>
                </c:pt>
                <c:pt idx="45">
                  <c:v>495</c:v>
                </c:pt>
                <c:pt idx="46">
                  <c:v>496</c:v>
                </c:pt>
                <c:pt idx="47">
                  <c:v>497</c:v>
                </c:pt>
                <c:pt idx="48">
                  <c:v>498</c:v>
                </c:pt>
                <c:pt idx="49">
                  <c:v>499</c:v>
                </c:pt>
                <c:pt idx="50">
                  <c:v>500</c:v>
                </c:pt>
                <c:pt idx="51">
                  <c:v>501</c:v>
                </c:pt>
                <c:pt idx="52">
                  <c:v>502</c:v>
                </c:pt>
                <c:pt idx="53">
                  <c:v>503</c:v>
                </c:pt>
                <c:pt idx="54">
                  <c:v>504</c:v>
                </c:pt>
                <c:pt idx="55">
                  <c:v>505</c:v>
                </c:pt>
                <c:pt idx="56">
                  <c:v>506</c:v>
                </c:pt>
                <c:pt idx="57">
                  <c:v>507</c:v>
                </c:pt>
                <c:pt idx="58">
                  <c:v>508</c:v>
                </c:pt>
                <c:pt idx="59">
                  <c:v>509</c:v>
                </c:pt>
                <c:pt idx="60">
                  <c:v>510</c:v>
                </c:pt>
                <c:pt idx="61">
                  <c:v>511</c:v>
                </c:pt>
                <c:pt idx="62">
                  <c:v>512</c:v>
                </c:pt>
                <c:pt idx="63">
                  <c:v>513</c:v>
                </c:pt>
                <c:pt idx="64">
                  <c:v>514</c:v>
                </c:pt>
                <c:pt idx="65">
                  <c:v>515</c:v>
                </c:pt>
                <c:pt idx="66">
                  <c:v>516</c:v>
                </c:pt>
                <c:pt idx="67">
                  <c:v>517</c:v>
                </c:pt>
                <c:pt idx="68">
                  <c:v>518</c:v>
                </c:pt>
                <c:pt idx="69">
                  <c:v>519</c:v>
                </c:pt>
                <c:pt idx="70">
                  <c:v>520</c:v>
                </c:pt>
                <c:pt idx="71">
                  <c:v>521</c:v>
                </c:pt>
                <c:pt idx="72">
                  <c:v>522</c:v>
                </c:pt>
                <c:pt idx="73">
                  <c:v>523</c:v>
                </c:pt>
                <c:pt idx="74">
                  <c:v>524</c:v>
                </c:pt>
                <c:pt idx="75">
                  <c:v>525</c:v>
                </c:pt>
                <c:pt idx="76">
                  <c:v>526</c:v>
                </c:pt>
                <c:pt idx="77">
                  <c:v>527</c:v>
                </c:pt>
                <c:pt idx="78">
                  <c:v>528</c:v>
                </c:pt>
                <c:pt idx="79">
                  <c:v>529</c:v>
                </c:pt>
                <c:pt idx="80">
                  <c:v>530</c:v>
                </c:pt>
                <c:pt idx="81">
                  <c:v>531</c:v>
                </c:pt>
                <c:pt idx="82">
                  <c:v>532</c:v>
                </c:pt>
                <c:pt idx="83">
                  <c:v>533</c:v>
                </c:pt>
                <c:pt idx="84">
                  <c:v>534</c:v>
                </c:pt>
                <c:pt idx="85">
                  <c:v>535</c:v>
                </c:pt>
                <c:pt idx="86">
                  <c:v>536</c:v>
                </c:pt>
                <c:pt idx="87">
                  <c:v>537</c:v>
                </c:pt>
                <c:pt idx="88">
                  <c:v>538</c:v>
                </c:pt>
                <c:pt idx="89">
                  <c:v>539</c:v>
                </c:pt>
                <c:pt idx="90">
                  <c:v>540</c:v>
                </c:pt>
                <c:pt idx="91">
                  <c:v>541</c:v>
                </c:pt>
                <c:pt idx="92">
                  <c:v>542</c:v>
                </c:pt>
                <c:pt idx="93">
                  <c:v>543</c:v>
                </c:pt>
                <c:pt idx="94">
                  <c:v>544</c:v>
                </c:pt>
                <c:pt idx="95">
                  <c:v>545</c:v>
                </c:pt>
                <c:pt idx="96">
                  <c:v>546</c:v>
                </c:pt>
                <c:pt idx="97">
                  <c:v>547</c:v>
                </c:pt>
                <c:pt idx="98">
                  <c:v>548</c:v>
                </c:pt>
                <c:pt idx="99">
                  <c:v>549</c:v>
                </c:pt>
                <c:pt idx="100">
                  <c:v>550</c:v>
                </c:pt>
                <c:pt idx="101">
                  <c:v>551</c:v>
                </c:pt>
                <c:pt idx="102">
                  <c:v>552</c:v>
                </c:pt>
                <c:pt idx="103">
                  <c:v>553</c:v>
                </c:pt>
                <c:pt idx="104">
                  <c:v>554</c:v>
                </c:pt>
                <c:pt idx="105">
                  <c:v>555</c:v>
                </c:pt>
                <c:pt idx="106">
                  <c:v>556</c:v>
                </c:pt>
                <c:pt idx="107">
                  <c:v>557</c:v>
                </c:pt>
                <c:pt idx="108">
                  <c:v>558</c:v>
                </c:pt>
                <c:pt idx="109">
                  <c:v>559</c:v>
                </c:pt>
                <c:pt idx="110">
                  <c:v>560</c:v>
                </c:pt>
                <c:pt idx="111">
                  <c:v>561</c:v>
                </c:pt>
                <c:pt idx="112">
                  <c:v>562</c:v>
                </c:pt>
                <c:pt idx="113">
                  <c:v>563</c:v>
                </c:pt>
                <c:pt idx="114">
                  <c:v>564</c:v>
                </c:pt>
                <c:pt idx="115">
                  <c:v>565</c:v>
                </c:pt>
                <c:pt idx="116">
                  <c:v>566</c:v>
                </c:pt>
                <c:pt idx="117">
                  <c:v>567</c:v>
                </c:pt>
                <c:pt idx="118">
                  <c:v>568</c:v>
                </c:pt>
                <c:pt idx="119">
                  <c:v>569</c:v>
                </c:pt>
                <c:pt idx="120">
                  <c:v>570</c:v>
                </c:pt>
                <c:pt idx="121">
                  <c:v>571</c:v>
                </c:pt>
                <c:pt idx="122">
                  <c:v>572</c:v>
                </c:pt>
                <c:pt idx="123">
                  <c:v>573</c:v>
                </c:pt>
                <c:pt idx="124">
                  <c:v>574</c:v>
                </c:pt>
                <c:pt idx="125">
                  <c:v>575</c:v>
                </c:pt>
                <c:pt idx="126">
                  <c:v>576</c:v>
                </c:pt>
                <c:pt idx="127">
                  <c:v>577</c:v>
                </c:pt>
                <c:pt idx="128">
                  <c:v>578</c:v>
                </c:pt>
                <c:pt idx="129">
                  <c:v>579</c:v>
                </c:pt>
                <c:pt idx="130">
                  <c:v>580</c:v>
                </c:pt>
                <c:pt idx="131">
                  <c:v>581</c:v>
                </c:pt>
                <c:pt idx="132">
                  <c:v>582</c:v>
                </c:pt>
                <c:pt idx="133">
                  <c:v>583</c:v>
                </c:pt>
                <c:pt idx="134">
                  <c:v>584</c:v>
                </c:pt>
                <c:pt idx="135">
                  <c:v>585</c:v>
                </c:pt>
                <c:pt idx="136">
                  <c:v>586</c:v>
                </c:pt>
                <c:pt idx="137">
                  <c:v>587</c:v>
                </c:pt>
                <c:pt idx="138">
                  <c:v>588</c:v>
                </c:pt>
                <c:pt idx="139">
                  <c:v>589</c:v>
                </c:pt>
                <c:pt idx="140">
                  <c:v>590</c:v>
                </c:pt>
                <c:pt idx="141">
                  <c:v>591</c:v>
                </c:pt>
                <c:pt idx="142">
                  <c:v>592</c:v>
                </c:pt>
                <c:pt idx="143">
                  <c:v>593</c:v>
                </c:pt>
                <c:pt idx="144">
                  <c:v>594</c:v>
                </c:pt>
                <c:pt idx="145">
                  <c:v>595</c:v>
                </c:pt>
                <c:pt idx="146">
                  <c:v>596</c:v>
                </c:pt>
                <c:pt idx="147">
                  <c:v>597</c:v>
                </c:pt>
                <c:pt idx="148">
                  <c:v>598</c:v>
                </c:pt>
                <c:pt idx="149">
                  <c:v>599</c:v>
                </c:pt>
                <c:pt idx="150">
                  <c:v>600</c:v>
                </c:pt>
                <c:pt idx="151">
                  <c:v>601</c:v>
                </c:pt>
                <c:pt idx="152">
                  <c:v>602</c:v>
                </c:pt>
                <c:pt idx="153">
                  <c:v>603</c:v>
                </c:pt>
                <c:pt idx="154">
                  <c:v>604</c:v>
                </c:pt>
                <c:pt idx="155">
                  <c:v>605</c:v>
                </c:pt>
                <c:pt idx="156">
                  <c:v>606</c:v>
                </c:pt>
                <c:pt idx="157">
                  <c:v>607</c:v>
                </c:pt>
                <c:pt idx="158">
                  <c:v>608</c:v>
                </c:pt>
                <c:pt idx="159">
                  <c:v>609</c:v>
                </c:pt>
                <c:pt idx="160">
                  <c:v>610</c:v>
                </c:pt>
                <c:pt idx="161">
                  <c:v>611</c:v>
                </c:pt>
                <c:pt idx="162">
                  <c:v>612</c:v>
                </c:pt>
                <c:pt idx="163">
                  <c:v>613</c:v>
                </c:pt>
                <c:pt idx="164">
                  <c:v>614</c:v>
                </c:pt>
                <c:pt idx="165">
                  <c:v>615</c:v>
                </c:pt>
                <c:pt idx="166">
                  <c:v>616</c:v>
                </c:pt>
                <c:pt idx="167">
                  <c:v>617</c:v>
                </c:pt>
                <c:pt idx="168">
                  <c:v>618</c:v>
                </c:pt>
                <c:pt idx="169">
                  <c:v>619</c:v>
                </c:pt>
                <c:pt idx="170">
                  <c:v>620</c:v>
                </c:pt>
                <c:pt idx="171">
                  <c:v>621</c:v>
                </c:pt>
                <c:pt idx="172">
                  <c:v>622</c:v>
                </c:pt>
                <c:pt idx="173">
                  <c:v>623</c:v>
                </c:pt>
                <c:pt idx="174">
                  <c:v>624</c:v>
                </c:pt>
                <c:pt idx="175">
                  <c:v>625</c:v>
                </c:pt>
                <c:pt idx="176">
                  <c:v>626</c:v>
                </c:pt>
                <c:pt idx="177">
                  <c:v>627</c:v>
                </c:pt>
                <c:pt idx="178">
                  <c:v>628</c:v>
                </c:pt>
                <c:pt idx="179">
                  <c:v>629</c:v>
                </c:pt>
                <c:pt idx="180">
                  <c:v>630</c:v>
                </c:pt>
                <c:pt idx="181">
                  <c:v>631</c:v>
                </c:pt>
                <c:pt idx="182">
                  <c:v>632</c:v>
                </c:pt>
                <c:pt idx="183">
                  <c:v>633</c:v>
                </c:pt>
                <c:pt idx="184">
                  <c:v>634</c:v>
                </c:pt>
                <c:pt idx="185">
                  <c:v>635</c:v>
                </c:pt>
                <c:pt idx="186">
                  <c:v>636</c:v>
                </c:pt>
                <c:pt idx="187">
                  <c:v>637</c:v>
                </c:pt>
                <c:pt idx="188">
                  <c:v>638</c:v>
                </c:pt>
                <c:pt idx="189">
                  <c:v>639</c:v>
                </c:pt>
                <c:pt idx="190">
                  <c:v>640</c:v>
                </c:pt>
                <c:pt idx="191">
                  <c:v>641</c:v>
                </c:pt>
                <c:pt idx="192">
                  <c:v>642</c:v>
                </c:pt>
                <c:pt idx="193">
                  <c:v>643</c:v>
                </c:pt>
                <c:pt idx="194">
                  <c:v>644</c:v>
                </c:pt>
                <c:pt idx="195">
                  <c:v>645</c:v>
                </c:pt>
                <c:pt idx="196">
                  <c:v>646</c:v>
                </c:pt>
                <c:pt idx="197">
                  <c:v>647</c:v>
                </c:pt>
                <c:pt idx="198">
                  <c:v>648</c:v>
                </c:pt>
                <c:pt idx="199">
                  <c:v>649</c:v>
                </c:pt>
                <c:pt idx="200">
                  <c:v>650</c:v>
                </c:pt>
              </c:numCache>
            </c:numRef>
          </c:xVal>
          <c:yVal>
            <c:numRef>
              <c:f>EspectrofotometroComercial!$C$431:$C$631</c:f>
              <c:numCache>
                <c:formatCode>General</c:formatCode>
                <c:ptCount val="201"/>
                <c:pt idx="0">
                  <c:v>0.84699999999999998</c:v>
                </c:pt>
                <c:pt idx="1">
                  <c:v>0.85599999999999998</c:v>
                </c:pt>
                <c:pt idx="2">
                  <c:v>0.86599999999999999</c:v>
                </c:pt>
                <c:pt idx="3">
                  <c:v>0.876</c:v>
                </c:pt>
                <c:pt idx="4">
                  <c:v>0.88600000000000001</c:v>
                </c:pt>
                <c:pt idx="5">
                  <c:v>0.89700000000000002</c:v>
                </c:pt>
                <c:pt idx="6">
                  <c:v>0.90800000000000003</c:v>
                </c:pt>
                <c:pt idx="7">
                  <c:v>0.91900000000000004</c:v>
                </c:pt>
                <c:pt idx="8">
                  <c:v>0.93100000000000005</c:v>
                </c:pt>
                <c:pt idx="9">
                  <c:v>0.94199999999999995</c:v>
                </c:pt>
                <c:pt idx="10">
                  <c:v>0.95199999999999996</c:v>
                </c:pt>
                <c:pt idx="11">
                  <c:v>0.96299999999999997</c:v>
                </c:pt>
                <c:pt idx="12">
                  <c:v>0.97399999999999998</c:v>
                </c:pt>
                <c:pt idx="13">
                  <c:v>0.98599999999999999</c:v>
                </c:pt>
                <c:pt idx="14">
                  <c:v>0.997</c:v>
                </c:pt>
                <c:pt idx="15">
                  <c:v>1.0089999999999999</c:v>
                </c:pt>
                <c:pt idx="16">
                  <c:v>1.0209999999999999</c:v>
                </c:pt>
                <c:pt idx="17">
                  <c:v>1.0329999999999999</c:v>
                </c:pt>
                <c:pt idx="18">
                  <c:v>1.044</c:v>
                </c:pt>
                <c:pt idx="19">
                  <c:v>1.056</c:v>
                </c:pt>
                <c:pt idx="20">
                  <c:v>1.069</c:v>
                </c:pt>
                <c:pt idx="21">
                  <c:v>1.08</c:v>
                </c:pt>
                <c:pt idx="22">
                  <c:v>1.091</c:v>
                </c:pt>
                <c:pt idx="23">
                  <c:v>1.103</c:v>
                </c:pt>
                <c:pt idx="24">
                  <c:v>1.1140000000000001</c:v>
                </c:pt>
                <c:pt idx="25">
                  <c:v>1.125</c:v>
                </c:pt>
                <c:pt idx="26">
                  <c:v>1.137</c:v>
                </c:pt>
                <c:pt idx="27">
                  <c:v>1.1479999999999999</c:v>
                </c:pt>
                <c:pt idx="28">
                  <c:v>1.159</c:v>
                </c:pt>
                <c:pt idx="29">
                  <c:v>1.17</c:v>
                </c:pt>
                <c:pt idx="30">
                  <c:v>1.181</c:v>
                </c:pt>
                <c:pt idx="31">
                  <c:v>1.1919999999999999</c:v>
                </c:pt>
                <c:pt idx="32">
                  <c:v>1.202</c:v>
                </c:pt>
                <c:pt idx="33">
                  <c:v>1.212</c:v>
                </c:pt>
                <c:pt idx="34">
                  <c:v>1.22</c:v>
                </c:pt>
                <c:pt idx="35">
                  <c:v>1.226</c:v>
                </c:pt>
                <c:pt idx="36">
                  <c:v>1.2350000000000001</c:v>
                </c:pt>
                <c:pt idx="37">
                  <c:v>1.244</c:v>
                </c:pt>
                <c:pt idx="38">
                  <c:v>1.25</c:v>
                </c:pt>
                <c:pt idx="39">
                  <c:v>1.256</c:v>
                </c:pt>
                <c:pt idx="40">
                  <c:v>1.262</c:v>
                </c:pt>
                <c:pt idx="41">
                  <c:v>1.268</c:v>
                </c:pt>
                <c:pt idx="42">
                  <c:v>1.2709999999999999</c:v>
                </c:pt>
                <c:pt idx="43">
                  <c:v>1.274</c:v>
                </c:pt>
                <c:pt idx="44">
                  <c:v>1.2769999999999999</c:v>
                </c:pt>
                <c:pt idx="45">
                  <c:v>1.2789999999999999</c:v>
                </c:pt>
                <c:pt idx="46">
                  <c:v>1.28</c:v>
                </c:pt>
                <c:pt idx="47">
                  <c:v>1.2809999999999999</c:v>
                </c:pt>
                <c:pt idx="48">
                  <c:v>1.2809999999999999</c:v>
                </c:pt>
                <c:pt idx="49">
                  <c:v>1.28</c:v>
                </c:pt>
                <c:pt idx="50">
                  <c:v>1.278</c:v>
                </c:pt>
                <c:pt idx="51">
                  <c:v>1.2749999999999999</c:v>
                </c:pt>
                <c:pt idx="52">
                  <c:v>1.272</c:v>
                </c:pt>
                <c:pt idx="53">
                  <c:v>1.268</c:v>
                </c:pt>
                <c:pt idx="54">
                  <c:v>1.2629999999999999</c:v>
                </c:pt>
                <c:pt idx="55">
                  <c:v>1.2589999999999999</c:v>
                </c:pt>
                <c:pt idx="56">
                  <c:v>1.252</c:v>
                </c:pt>
                <c:pt idx="57">
                  <c:v>1.2450000000000001</c:v>
                </c:pt>
                <c:pt idx="58">
                  <c:v>1.2390000000000001</c:v>
                </c:pt>
                <c:pt idx="59">
                  <c:v>1.2310000000000001</c:v>
                </c:pt>
                <c:pt idx="60">
                  <c:v>1.222</c:v>
                </c:pt>
                <c:pt idx="61">
                  <c:v>1.2130000000000001</c:v>
                </c:pt>
                <c:pt idx="62">
                  <c:v>1.204</c:v>
                </c:pt>
                <c:pt idx="63">
                  <c:v>1.194</c:v>
                </c:pt>
                <c:pt idx="64">
                  <c:v>1.1830000000000001</c:v>
                </c:pt>
                <c:pt idx="65">
                  <c:v>1.1719999999999999</c:v>
                </c:pt>
                <c:pt idx="66">
                  <c:v>1.1619999999999999</c:v>
                </c:pt>
                <c:pt idx="67">
                  <c:v>1.149</c:v>
                </c:pt>
                <c:pt idx="68">
                  <c:v>1.137</c:v>
                </c:pt>
                <c:pt idx="69">
                  <c:v>1.127</c:v>
                </c:pt>
                <c:pt idx="70">
                  <c:v>1.1140000000000001</c:v>
                </c:pt>
                <c:pt idx="71">
                  <c:v>1.101</c:v>
                </c:pt>
                <c:pt idx="72">
                  <c:v>1.0880000000000001</c:v>
                </c:pt>
                <c:pt idx="73">
                  <c:v>1.073</c:v>
                </c:pt>
                <c:pt idx="74">
                  <c:v>1.0580000000000001</c:v>
                </c:pt>
                <c:pt idx="75">
                  <c:v>1.044</c:v>
                </c:pt>
                <c:pt idx="76">
                  <c:v>1.03</c:v>
                </c:pt>
                <c:pt idx="77">
                  <c:v>1.0149999999999999</c:v>
                </c:pt>
                <c:pt idx="78">
                  <c:v>1</c:v>
                </c:pt>
                <c:pt idx="79">
                  <c:v>0.98599999999999999</c:v>
                </c:pt>
                <c:pt idx="80">
                  <c:v>0.97299999999999998</c:v>
                </c:pt>
                <c:pt idx="81">
                  <c:v>0.95599999999999996</c:v>
                </c:pt>
                <c:pt idx="82">
                  <c:v>0.93799999999999994</c:v>
                </c:pt>
                <c:pt idx="83">
                  <c:v>0.92100000000000004</c:v>
                </c:pt>
                <c:pt idx="84">
                  <c:v>0.90600000000000003</c:v>
                </c:pt>
                <c:pt idx="85">
                  <c:v>0.88700000000000001</c:v>
                </c:pt>
                <c:pt idx="86">
                  <c:v>0.87</c:v>
                </c:pt>
                <c:pt idx="87">
                  <c:v>0.85299999999999998</c:v>
                </c:pt>
                <c:pt idx="88">
                  <c:v>0.83599999999999997</c:v>
                </c:pt>
                <c:pt idx="89">
                  <c:v>0.81799999999999995</c:v>
                </c:pt>
                <c:pt idx="90">
                  <c:v>0.79900000000000004</c:v>
                </c:pt>
                <c:pt idx="91">
                  <c:v>0.78</c:v>
                </c:pt>
                <c:pt idx="92">
                  <c:v>0.76600000000000001</c:v>
                </c:pt>
                <c:pt idx="93">
                  <c:v>0.749</c:v>
                </c:pt>
                <c:pt idx="94">
                  <c:v>0.73</c:v>
                </c:pt>
                <c:pt idx="95">
                  <c:v>0.71099999999999997</c:v>
                </c:pt>
                <c:pt idx="96">
                  <c:v>0.69099999999999995</c:v>
                </c:pt>
                <c:pt idx="97">
                  <c:v>0.67200000000000004</c:v>
                </c:pt>
                <c:pt idx="98">
                  <c:v>0.65600000000000003</c:v>
                </c:pt>
                <c:pt idx="99">
                  <c:v>0.63700000000000001</c:v>
                </c:pt>
                <c:pt idx="100">
                  <c:v>0.62</c:v>
                </c:pt>
                <c:pt idx="101">
                  <c:v>0.60099999999999998</c:v>
                </c:pt>
                <c:pt idx="102">
                  <c:v>0.58199999999999996</c:v>
                </c:pt>
                <c:pt idx="103">
                  <c:v>0.56599999999999995</c:v>
                </c:pt>
                <c:pt idx="104">
                  <c:v>0.54900000000000004</c:v>
                </c:pt>
                <c:pt idx="105">
                  <c:v>0.53100000000000003</c:v>
                </c:pt>
                <c:pt idx="106">
                  <c:v>0.51300000000000001</c:v>
                </c:pt>
                <c:pt idx="107">
                  <c:v>0.496</c:v>
                </c:pt>
                <c:pt idx="108">
                  <c:v>0.47899999999999998</c:v>
                </c:pt>
                <c:pt idx="109">
                  <c:v>0.46200000000000002</c:v>
                </c:pt>
                <c:pt idx="110">
                  <c:v>0.44600000000000001</c:v>
                </c:pt>
                <c:pt idx="111">
                  <c:v>0.43</c:v>
                </c:pt>
                <c:pt idx="112">
                  <c:v>0.41499999999999998</c:v>
                </c:pt>
                <c:pt idx="113">
                  <c:v>0.39700000000000002</c:v>
                </c:pt>
                <c:pt idx="114">
                  <c:v>0.38400000000000001</c:v>
                </c:pt>
                <c:pt idx="115">
                  <c:v>0.36899999999999999</c:v>
                </c:pt>
                <c:pt idx="116">
                  <c:v>0.35299999999999998</c:v>
                </c:pt>
                <c:pt idx="117">
                  <c:v>0.34100000000000003</c:v>
                </c:pt>
                <c:pt idx="118">
                  <c:v>0.32800000000000001</c:v>
                </c:pt>
                <c:pt idx="119">
                  <c:v>0.313</c:v>
                </c:pt>
                <c:pt idx="120">
                  <c:v>0.29899999999999999</c:v>
                </c:pt>
                <c:pt idx="121">
                  <c:v>0.28599999999999998</c:v>
                </c:pt>
                <c:pt idx="122">
                  <c:v>0.27400000000000002</c:v>
                </c:pt>
                <c:pt idx="123">
                  <c:v>0.26200000000000001</c:v>
                </c:pt>
                <c:pt idx="124">
                  <c:v>0.25</c:v>
                </c:pt>
                <c:pt idx="125">
                  <c:v>0.23899999999999999</c:v>
                </c:pt>
                <c:pt idx="126">
                  <c:v>0.22900000000000001</c:v>
                </c:pt>
                <c:pt idx="127">
                  <c:v>0.218</c:v>
                </c:pt>
                <c:pt idx="128">
                  <c:v>0.20799999999999999</c:v>
                </c:pt>
                <c:pt idx="129">
                  <c:v>0.19800000000000001</c:v>
                </c:pt>
                <c:pt idx="130">
                  <c:v>0.188</c:v>
                </c:pt>
                <c:pt idx="131">
                  <c:v>0.17899999999999999</c:v>
                </c:pt>
                <c:pt idx="132">
                  <c:v>0.16900000000000001</c:v>
                </c:pt>
                <c:pt idx="133">
                  <c:v>0.161</c:v>
                </c:pt>
                <c:pt idx="134">
                  <c:v>0.153</c:v>
                </c:pt>
                <c:pt idx="135">
                  <c:v>0.14499999999999999</c:v>
                </c:pt>
                <c:pt idx="136">
                  <c:v>0.13800000000000001</c:v>
                </c:pt>
                <c:pt idx="137">
                  <c:v>0.13</c:v>
                </c:pt>
                <c:pt idx="138">
                  <c:v>0.124</c:v>
                </c:pt>
                <c:pt idx="139">
                  <c:v>0.11700000000000001</c:v>
                </c:pt>
                <c:pt idx="140">
                  <c:v>0.111</c:v>
                </c:pt>
                <c:pt idx="141">
                  <c:v>0.106</c:v>
                </c:pt>
                <c:pt idx="142">
                  <c:v>9.9000000000000005E-2</c:v>
                </c:pt>
                <c:pt idx="143">
                  <c:v>9.4E-2</c:v>
                </c:pt>
                <c:pt idx="144">
                  <c:v>8.8999999999999996E-2</c:v>
                </c:pt>
                <c:pt idx="145">
                  <c:v>8.4000000000000005E-2</c:v>
                </c:pt>
                <c:pt idx="146">
                  <c:v>0.08</c:v>
                </c:pt>
                <c:pt idx="147">
                  <c:v>7.4999999999999997E-2</c:v>
                </c:pt>
                <c:pt idx="148">
                  <c:v>7.1999999999999995E-2</c:v>
                </c:pt>
                <c:pt idx="149">
                  <c:v>6.8000000000000005E-2</c:v>
                </c:pt>
                <c:pt idx="150">
                  <c:v>6.4000000000000001E-2</c:v>
                </c:pt>
                <c:pt idx="151">
                  <c:v>6.0999999999999999E-2</c:v>
                </c:pt>
                <c:pt idx="152">
                  <c:v>5.8000000000000003E-2</c:v>
                </c:pt>
                <c:pt idx="153">
                  <c:v>5.5E-2</c:v>
                </c:pt>
                <c:pt idx="154">
                  <c:v>5.1999999999999998E-2</c:v>
                </c:pt>
                <c:pt idx="155">
                  <c:v>0.05</c:v>
                </c:pt>
                <c:pt idx="156">
                  <c:v>4.8000000000000001E-2</c:v>
                </c:pt>
                <c:pt idx="157">
                  <c:v>4.5999999999999999E-2</c:v>
                </c:pt>
                <c:pt idx="158">
                  <c:v>4.3999999999999997E-2</c:v>
                </c:pt>
                <c:pt idx="159">
                  <c:v>4.2000000000000003E-2</c:v>
                </c:pt>
                <c:pt idx="160">
                  <c:v>0.04</c:v>
                </c:pt>
                <c:pt idx="161">
                  <c:v>3.9E-2</c:v>
                </c:pt>
                <c:pt idx="162">
                  <c:v>3.5999999999999997E-2</c:v>
                </c:pt>
                <c:pt idx="163">
                  <c:v>3.5000000000000003E-2</c:v>
                </c:pt>
                <c:pt idx="164">
                  <c:v>3.4000000000000002E-2</c:v>
                </c:pt>
                <c:pt idx="165">
                  <c:v>3.3000000000000002E-2</c:v>
                </c:pt>
                <c:pt idx="166">
                  <c:v>3.1E-2</c:v>
                </c:pt>
                <c:pt idx="167">
                  <c:v>3.2000000000000001E-2</c:v>
                </c:pt>
                <c:pt idx="168">
                  <c:v>0.03</c:v>
                </c:pt>
                <c:pt idx="169">
                  <c:v>2.8000000000000001E-2</c:v>
                </c:pt>
                <c:pt idx="170">
                  <c:v>2.8000000000000001E-2</c:v>
                </c:pt>
                <c:pt idx="171">
                  <c:v>2.7E-2</c:v>
                </c:pt>
                <c:pt idx="172">
                  <c:v>2.5999999999999999E-2</c:v>
                </c:pt>
                <c:pt idx="173">
                  <c:v>2.5999999999999999E-2</c:v>
                </c:pt>
                <c:pt idx="174">
                  <c:v>2.5000000000000001E-2</c:v>
                </c:pt>
                <c:pt idx="175">
                  <c:v>2.5000000000000001E-2</c:v>
                </c:pt>
                <c:pt idx="176">
                  <c:v>2.5000000000000001E-2</c:v>
                </c:pt>
                <c:pt idx="177">
                  <c:v>2.4E-2</c:v>
                </c:pt>
                <c:pt idx="178">
                  <c:v>2.3E-2</c:v>
                </c:pt>
                <c:pt idx="179">
                  <c:v>2.3E-2</c:v>
                </c:pt>
                <c:pt idx="180">
                  <c:v>2.3E-2</c:v>
                </c:pt>
                <c:pt idx="181">
                  <c:v>2.1999999999999999E-2</c:v>
                </c:pt>
                <c:pt idx="182">
                  <c:v>2.1999999999999999E-2</c:v>
                </c:pt>
                <c:pt idx="183">
                  <c:v>2.3E-2</c:v>
                </c:pt>
                <c:pt idx="184">
                  <c:v>2.1000000000000001E-2</c:v>
                </c:pt>
                <c:pt idx="185">
                  <c:v>0.02</c:v>
                </c:pt>
                <c:pt idx="186">
                  <c:v>2.1000000000000001E-2</c:v>
                </c:pt>
                <c:pt idx="187">
                  <c:v>2.1000000000000001E-2</c:v>
                </c:pt>
                <c:pt idx="188">
                  <c:v>2.1000000000000001E-2</c:v>
                </c:pt>
                <c:pt idx="189">
                  <c:v>0.02</c:v>
                </c:pt>
                <c:pt idx="190">
                  <c:v>2.1000000000000001E-2</c:v>
                </c:pt>
                <c:pt idx="191">
                  <c:v>0.02</c:v>
                </c:pt>
                <c:pt idx="192">
                  <c:v>0.02</c:v>
                </c:pt>
                <c:pt idx="193">
                  <c:v>1.9E-2</c:v>
                </c:pt>
                <c:pt idx="194">
                  <c:v>0.02</c:v>
                </c:pt>
                <c:pt idx="195">
                  <c:v>0.02</c:v>
                </c:pt>
                <c:pt idx="196">
                  <c:v>0.02</c:v>
                </c:pt>
                <c:pt idx="197">
                  <c:v>0.02</c:v>
                </c:pt>
                <c:pt idx="198">
                  <c:v>0.02</c:v>
                </c:pt>
                <c:pt idx="199">
                  <c:v>1.9E-2</c:v>
                </c:pt>
                <c:pt idx="200">
                  <c:v>1.9E-2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C0D-4C6A-9231-EE91F126FB3E}"/>
            </c:ext>
          </c:extLst>
        </c:ser>
        <c:ser>
          <c:idx val="3"/>
          <c:order val="3"/>
          <c:tx>
            <c:v>40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EspectrofotometroComercial!$B$633:$B$833</c:f>
              <c:numCache>
                <c:formatCode>General</c:formatCode>
                <c:ptCount val="201"/>
                <c:pt idx="0">
                  <c:v>450</c:v>
                </c:pt>
                <c:pt idx="1">
                  <c:v>451</c:v>
                </c:pt>
                <c:pt idx="2">
                  <c:v>452</c:v>
                </c:pt>
                <c:pt idx="3">
                  <c:v>453</c:v>
                </c:pt>
                <c:pt idx="4">
                  <c:v>454</c:v>
                </c:pt>
                <c:pt idx="5">
                  <c:v>455</c:v>
                </c:pt>
                <c:pt idx="6">
                  <c:v>456</c:v>
                </c:pt>
                <c:pt idx="7">
                  <c:v>457</c:v>
                </c:pt>
                <c:pt idx="8">
                  <c:v>458</c:v>
                </c:pt>
                <c:pt idx="9">
                  <c:v>459</c:v>
                </c:pt>
                <c:pt idx="10">
                  <c:v>460</c:v>
                </c:pt>
                <c:pt idx="11">
                  <c:v>461</c:v>
                </c:pt>
                <c:pt idx="12">
                  <c:v>462</c:v>
                </c:pt>
                <c:pt idx="13">
                  <c:v>463</c:v>
                </c:pt>
                <c:pt idx="14">
                  <c:v>464</c:v>
                </c:pt>
                <c:pt idx="15">
                  <c:v>465</c:v>
                </c:pt>
                <c:pt idx="16">
                  <c:v>466</c:v>
                </c:pt>
                <c:pt idx="17">
                  <c:v>467</c:v>
                </c:pt>
                <c:pt idx="18">
                  <c:v>468</c:v>
                </c:pt>
                <c:pt idx="19">
                  <c:v>469</c:v>
                </c:pt>
                <c:pt idx="20">
                  <c:v>470</c:v>
                </c:pt>
                <c:pt idx="21">
                  <c:v>471</c:v>
                </c:pt>
                <c:pt idx="22">
                  <c:v>472</c:v>
                </c:pt>
                <c:pt idx="23">
                  <c:v>473</c:v>
                </c:pt>
                <c:pt idx="24">
                  <c:v>474</c:v>
                </c:pt>
                <c:pt idx="25">
                  <c:v>475</c:v>
                </c:pt>
                <c:pt idx="26">
                  <c:v>476</c:v>
                </c:pt>
                <c:pt idx="27">
                  <c:v>477</c:v>
                </c:pt>
                <c:pt idx="28">
                  <c:v>478</c:v>
                </c:pt>
                <c:pt idx="29">
                  <c:v>479</c:v>
                </c:pt>
                <c:pt idx="30">
                  <c:v>480</c:v>
                </c:pt>
                <c:pt idx="31">
                  <c:v>481</c:v>
                </c:pt>
                <c:pt idx="32">
                  <c:v>482</c:v>
                </c:pt>
                <c:pt idx="33">
                  <c:v>483</c:v>
                </c:pt>
                <c:pt idx="34">
                  <c:v>484</c:v>
                </c:pt>
                <c:pt idx="35">
                  <c:v>485</c:v>
                </c:pt>
                <c:pt idx="36">
                  <c:v>486</c:v>
                </c:pt>
                <c:pt idx="37">
                  <c:v>487</c:v>
                </c:pt>
                <c:pt idx="38">
                  <c:v>488</c:v>
                </c:pt>
                <c:pt idx="39">
                  <c:v>489</c:v>
                </c:pt>
                <c:pt idx="40">
                  <c:v>490</c:v>
                </c:pt>
                <c:pt idx="41">
                  <c:v>491</c:v>
                </c:pt>
                <c:pt idx="42">
                  <c:v>492</c:v>
                </c:pt>
                <c:pt idx="43">
                  <c:v>493</c:v>
                </c:pt>
                <c:pt idx="44">
                  <c:v>494</c:v>
                </c:pt>
                <c:pt idx="45">
                  <c:v>495</c:v>
                </c:pt>
                <c:pt idx="46">
                  <c:v>496</c:v>
                </c:pt>
                <c:pt idx="47">
                  <c:v>497</c:v>
                </c:pt>
                <c:pt idx="48">
                  <c:v>498</c:v>
                </c:pt>
                <c:pt idx="49">
                  <c:v>499</c:v>
                </c:pt>
                <c:pt idx="50">
                  <c:v>500</c:v>
                </c:pt>
                <c:pt idx="51">
                  <c:v>501</c:v>
                </c:pt>
                <c:pt idx="52">
                  <c:v>502</c:v>
                </c:pt>
                <c:pt idx="53">
                  <c:v>503</c:v>
                </c:pt>
                <c:pt idx="54">
                  <c:v>504</c:v>
                </c:pt>
                <c:pt idx="55">
                  <c:v>505</c:v>
                </c:pt>
                <c:pt idx="56">
                  <c:v>506</c:v>
                </c:pt>
                <c:pt idx="57">
                  <c:v>507</c:v>
                </c:pt>
                <c:pt idx="58">
                  <c:v>508</c:v>
                </c:pt>
                <c:pt idx="59">
                  <c:v>509</c:v>
                </c:pt>
                <c:pt idx="60">
                  <c:v>510</c:v>
                </c:pt>
                <c:pt idx="61">
                  <c:v>511</c:v>
                </c:pt>
                <c:pt idx="62">
                  <c:v>512</c:v>
                </c:pt>
                <c:pt idx="63">
                  <c:v>513</c:v>
                </c:pt>
                <c:pt idx="64">
                  <c:v>514</c:v>
                </c:pt>
                <c:pt idx="65">
                  <c:v>515</c:v>
                </c:pt>
                <c:pt idx="66">
                  <c:v>516</c:v>
                </c:pt>
                <c:pt idx="67">
                  <c:v>517</c:v>
                </c:pt>
                <c:pt idx="68">
                  <c:v>518</c:v>
                </c:pt>
                <c:pt idx="69">
                  <c:v>519</c:v>
                </c:pt>
                <c:pt idx="70">
                  <c:v>520</c:v>
                </c:pt>
                <c:pt idx="71">
                  <c:v>521</c:v>
                </c:pt>
                <c:pt idx="72">
                  <c:v>522</c:v>
                </c:pt>
                <c:pt idx="73">
                  <c:v>523</c:v>
                </c:pt>
                <c:pt idx="74">
                  <c:v>524</c:v>
                </c:pt>
                <c:pt idx="75">
                  <c:v>525</c:v>
                </c:pt>
                <c:pt idx="76">
                  <c:v>526</c:v>
                </c:pt>
                <c:pt idx="77">
                  <c:v>527</c:v>
                </c:pt>
                <c:pt idx="78">
                  <c:v>528</c:v>
                </c:pt>
                <c:pt idx="79">
                  <c:v>529</c:v>
                </c:pt>
                <c:pt idx="80">
                  <c:v>530</c:v>
                </c:pt>
                <c:pt idx="81">
                  <c:v>531</c:v>
                </c:pt>
                <c:pt idx="82">
                  <c:v>532</c:v>
                </c:pt>
                <c:pt idx="83">
                  <c:v>533</c:v>
                </c:pt>
                <c:pt idx="84">
                  <c:v>534</c:v>
                </c:pt>
                <c:pt idx="85">
                  <c:v>535</c:v>
                </c:pt>
                <c:pt idx="86">
                  <c:v>536</c:v>
                </c:pt>
                <c:pt idx="87">
                  <c:v>537</c:v>
                </c:pt>
                <c:pt idx="88">
                  <c:v>538</c:v>
                </c:pt>
                <c:pt idx="89">
                  <c:v>539</c:v>
                </c:pt>
                <c:pt idx="90">
                  <c:v>540</c:v>
                </c:pt>
                <c:pt idx="91">
                  <c:v>541</c:v>
                </c:pt>
                <c:pt idx="92">
                  <c:v>542</c:v>
                </c:pt>
                <c:pt idx="93">
                  <c:v>543</c:v>
                </c:pt>
                <c:pt idx="94">
                  <c:v>544</c:v>
                </c:pt>
                <c:pt idx="95">
                  <c:v>545</c:v>
                </c:pt>
                <c:pt idx="96">
                  <c:v>546</c:v>
                </c:pt>
                <c:pt idx="97">
                  <c:v>547</c:v>
                </c:pt>
                <c:pt idx="98">
                  <c:v>548</c:v>
                </c:pt>
                <c:pt idx="99">
                  <c:v>549</c:v>
                </c:pt>
                <c:pt idx="100">
                  <c:v>550</c:v>
                </c:pt>
                <c:pt idx="101">
                  <c:v>551</c:v>
                </c:pt>
                <c:pt idx="102">
                  <c:v>552</c:v>
                </c:pt>
                <c:pt idx="103">
                  <c:v>553</c:v>
                </c:pt>
                <c:pt idx="104">
                  <c:v>554</c:v>
                </c:pt>
                <c:pt idx="105">
                  <c:v>555</c:v>
                </c:pt>
                <c:pt idx="106">
                  <c:v>556</c:v>
                </c:pt>
                <c:pt idx="107">
                  <c:v>557</c:v>
                </c:pt>
                <c:pt idx="108">
                  <c:v>558</c:v>
                </c:pt>
                <c:pt idx="109">
                  <c:v>559</c:v>
                </c:pt>
                <c:pt idx="110">
                  <c:v>560</c:v>
                </c:pt>
                <c:pt idx="111">
                  <c:v>561</c:v>
                </c:pt>
                <c:pt idx="112">
                  <c:v>562</c:v>
                </c:pt>
                <c:pt idx="113">
                  <c:v>563</c:v>
                </c:pt>
                <c:pt idx="114">
                  <c:v>564</c:v>
                </c:pt>
                <c:pt idx="115">
                  <c:v>565</c:v>
                </c:pt>
                <c:pt idx="116">
                  <c:v>566</c:v>
                </c:pt>
                <c:pt idx="117">
                  <c:v>567</c:v>
                </c:pt>
                <c:pt idx="118">
                  <c:v>568</c:v>
                </c:pt>
                <c:pt idx="119">
                  <c:v>569</c:v>
                </c:pt>
                <c:pt idx="120">
                  <c:v>570</c:v>
                </c:pt>
                <c:pt idx="121">
                  <c:v>571</c:v>
                </c:pt>
                <c:pt idx="122">
                  <c:v>572</c:v>
                </c:pt>
                <c:pt idx="123">
                  <c:v>573</c:v>
                </c:pt>
                <c:pt idx="124">
                  <c:v>574</c:v>
                </c:pt>
                <c:pt idx="125">
                  <c:v>575</c:v>
                </c:pt>
                <c:pt idx="126">
                  <c:v>576</c:v>
                </c:pt>
                <c:pt idx="127">
                  <c:v>577</c:v>
                </c:pt>
                <c:pt idx="128">
                  <c:v>578</c:v>
                </c:pt>
                <c:pt idx="129">
                  <c:v>579</c:v>
                </c:pt>
                <c:pt idx="130">
                  <c:v>580</c:v>
                </c:pt>
                <c:pt idx="131">
                  <c:v>581</c:v>
                </c:pt>
                <c:pt idx="132">
                  <c:v>582</c:v>
                </c:pt>
                <c:pt idx="133">
                  <c:v>583</c:v>
                </c:pt>
                <c:pt idx="134">
                  <c:v>584</c:v>
                </c:pt>
                <c:pt idx="135">
                  <c:v>585</c:v>
                </c:pt>
                <c:pt idx="136">
                  <c:v>586</c:v>
                </c:pt>
                <c:pt idx="137">
                  <c:v>587</c:v>
                </c:pt>
                <c:pt idx="138">
                  <c:v>588</c:v>
                </c:pt>
                <c:pt idx="139">
                  <c:v>589</c:v>
                </c:pt>
                <c:pt idx="140">
                  <c:v>590</c:v>
                </c:pt>
                <c:pt idx="141">
                  <c:v>591</c:v>
                </c:pt>
                <c:pt idx="142">
                  <c:v>592</c:v>
                </c:pt>
                <c:pt idx="143">
                  <c:v>593</c:v>
                </c:pt>
                <c:pt idx="144">
                  <c:v>594</c:v>
                </c:pt>
                <c:pt idx="145">
                  <c:v>595</c:v>
                </c:pt>
                <c:pt idx="146">
                  <c:v>596</c:v>
                </c:pt>
                <c:pt idx="147">
                  <c:v>597</c:v>
                </c:pt>
                <c:pt idx="148">
                  <c:v>598</c:v>
                </c:pt>
                <c:pt idx="149">
                  <c:v>599</c:v>
                </c:pt>
                <c:pt idx="150">
                  <c:v>600</c:v>
                </c:pt>
                <c:pt idx="151">
                  <c:v>601</c:v>
                </c:pt>
                <c:pt idx="152">
                  <c:v>602</c:v>
                </c:pt>
                <c:pt idx="153">
                  <c:v>603</c:v>
                </c:pt>
                <c:pt idx="154">
                  <c:v>604</c:v>
                </c:pt>
                <c:pt idx="155">
                  <c:v>605</c:v>
                </c:pt>
                <c:pt idx="156">
                  <c:v>606</c:v>
                </c:pt>
                <c:pt idx="157">
                  <c:v>607</c:v>
                </c:pt>
                <c:pt idx="158">
                  <c:v>608</c:v>
                </c:pt>
                <c:pt idx="159">
                  <c:v>609</c:v>
                </c:pt>
                <c:pt idx="160">
                  <c:v>610</c:v>
                </c:pt>
                <c:pt idx="161">
                  <c:v>611</c:v>
                </c:pt>
                <c:pt idx="162">
                  <c:v>612</c:v>
                </c:pt>
                <c:pt idx="163">
                  <c:v>613</c:v>
                </c:pt>
                <c:pt idx="164">
                  <c:v>614</c:v>
                </c:pt>
                <c:pt idx="165">
                  <c:v>615</c:v>
                </c:pt>
                <c:pt idx="166">
                  <c:v>616</c:v>
                </c:pt>
                <c:pt idx="167">
                  <c:v>617</c:v>
                </c:pt>
                <c:pt idx="168">
                  <c:v>618</c:v>
                </c:pt>
                <c:pt idx="169">
                  <c:v>619</c:v>
                </c:pt>
                <c:pt idx="170">
                  <c:v>620</c:v>
                </c:pt>
                <c:pt idx="171">
                  <c:v>621</c:v>
                </c:pt>
                <c:pt idx="172">
                  <c:v>622</c:v>
                </c:pt>
                <c:pt idx="173">
                  <c:v>623</c:v>
                </c:pt>
                <c:pt idx="174">
                  <c:v>624</c:v>
                </c:pt>
                <c:pt idx="175">
                  <c:v>625</c:v>
                </c:pt>
                <c:pt idx="176">
                  <c:v>626</c:v>
                </c:pt>
                <c:pt idx="177">
                  <c:v>627</c:v>
                </c:pt>
                <c:pt idx="178">
                  <c:v>628</c:v>
                </c:pt>
                <c:pt idx="179">
                  <c:v>629</c:v>
                </c:pt>
                <c:pt idx="180">
                  <c:v>630</c:v>
                </c:pt>
                <c:pt idx="181">
                  <c:v>631</c:v>
                </c:pt>
                <c:pt idx="182">
                  <c:v>632</c:v>
                </c:pt>
                <c:pt idx="183">
                  <c:v>633</c:v>
                </c:pt>
                <c:pt idx="184">
                  <c:v>634</c:v>
                </c:pt>
                <c:pt idx="185">
                  <c:v>635</c:v>
                </c:pt>
                <c:pt idx="186">
                  <c:v>636</c:v>
                </c:pt>
                <c:pt idx="187">
                  <c:v>637</c:v>
                </c:pt>
                <c:pt idx="188">
                  <c:v>638</c:v>
                </c:pt>
                <c:pt idx="189">
                  <c:v>639</c:v>
                </c:pt>
                <c:pt idx="190">
                  <c:v>640</c:v>
                </c:pt>
                <c:pt idx="191">
                  <c:v>641</c:v>
                </c:pt>
                <c:pt idx="192">
                  <c:v>642</c:v>
                </c:pt>
                <c:pt idx="193">
                  <c:v>643</c:v>
                </c:pt>
                <c:pt idx="194">
                  <c:v>644</c:v>
                </c:pt>
                <c:pt idx="195">
                  <c:v>645</c:v>
                </c:pt>
                <c:pt idx="196">
                  <c:v>646</c:v>
                </c:pt>
                <c:pt idx="197">
                  <c:v>647</c:v>
                </c:pt>
                <c:pt idx="198">
                  <c:v>648</c:v>
                </c:pt>
                <c:pt idx="199">
                  <c:v>649</c:v>
                </c:pt>
                <c:pt idx="200">
                  <c:v>650</c:v>
                </c:pt>
              </c:numCache>
            </c:numRef>
          </c:xVal>
          <c:yVal>
            <c:numRef>
              <c:f>EspectrofotometroComercial!$C$633:$C$833</c:f>
              <c:numCache>
                <c:formatCode>General</c:formatCode>
                <c:ptCount val="201"/>
                <c:pt idx="0">
                  <c:v>0.995</c:v>
                </c:pt>
                <c:pt idx="1">
                  <c:v>1.006</c:v>
                </c:pt>
                <c:pt idx="2">
                  <c:v>1.018</c:v>
                </c:pt>
                <c:pt idx="3">
                  <c:v>1.03</c:v>
                </c:pt>
                <c:pt idx="4">
                  <c:v>1.0429999999999999</c:v>
                </c:pt>
                <c:pt idx="5">
                  <c:v>1.0549999999999999</c:v>
                </c:pt>
                <c:pt idx="6">
                  <c:v>1.069</c:v>
                </c:pt>
                <c:pt idx="7">
                  <c:v>1.0820000000000001</c:v>
                </c:pt>
                <c:pt idx="8">
                  <c:v>1.095</c:v>
                </c:pt>
                <c:pt idx="9">
                  <c:v>1.109</c:v>
                </c:pt>
                <c:pt idx="10">
                  <c:v>1.121</c:v>
                </c:pt>
                <c:pt idx="11">
                  <c:v>1.133</c:v>
                </c:pt>
                <c:pt idx="12">
                  <c:v>1.147</c:v>
                </c:pt>
                <c:pt idx="13">
                  <c:v>1.1599999999999999</c:v>
                </c:pt>
                <c:pt idx="14">
                  <c:v>1.175</c:v>
                </c:pt>
                <c:pt idx="15">
                  <c:v>1.1870000000000001</c:v>
                </c:pt>
                <c:pt idx="16">
                  <c:v>1.202</c:v>
                </c:pt>
                <c:pt idx="17">
                  <c:v>1.216</c:v>
                </c:pt>
                <c:pt idx="18">
                  <c:v>1.2290000000000001</c:v>
                </c:pt>
                <c:pt idx="19">
                  <c:v>1.2430000000000001</c:v>
                </c:pt>
                <c:pt idx="20">
                  <c:v>1.2569999999999999</c:v>
                </c:pt>
                <c:pt idx="21">
                  <c:v>1.2689999999999999</c:v>
                </c:pt>
                <c:pt idx="22">
                  <c:v>1.2829999999999999</c:v>
                </c:pt>
                <c:pt idx="23">
                  <c:v>1.2969999999999999</c:v>
                </c:pt>
                <c:pt idx="24">
                  <c:v>1.31</c:v>
                </c:pt>
                <c:pt idx="25">
                  <c:v>1.3220000000000001</c:v>
                </c:pt>
                <c:pt idx="26">
                  <c:v>1.3360000000000001</c:v>
                </c:pt>
                <c:pt idx="27">
                  <c:v>1.3480000000000001</c:v>
                </c:pt>
                <c:pt idx="28">
                  <c:v>1.361</c:v>
                </c:pt>
                <c:pt idx="29">
                  <c:v>1.373</c:v>
                </c:pt>
                <c:pt idx="30">
                  <c:v>1.3859999999999999</c:v>
                </c:pt>
                <c:pt idx="31">
                  <c:v>1.399</c:v>
                </c:pt>
                <c:pt idx="32">
                  <c:v>1.41</c:v>
                </c:pt>
                <c:pt idx="33">
                  <c:v>1.4219999999999999</c:v>
                </c:pt>
                <c:pt idx="34">
                  <c:v>1.431</c:v>
                </c:pt>
                <c:pt idx="35">
                  <c:v>1.4390000000000001</c:v>
                </c:pt>
                <c:pt idx="36">
                  <c:v>1.448</c:v>
                </c:pt>
                <c:pt idx="37">
                  <c:v>1.4570000000000001</c:v>
                </c:pt>
                <c:pt idx="38">
                  <c:v>1.4650000000000001</c:v>
                </c:pt>
                <c:pt idx="39">
                  <c:v>1.4710000000000001</c:v>
                </c:pt>
                <c:pt idx="40">
                  <c:v>1.478</c:v>
                </c:pt>
                <c:pt idx="41">
                  <c:v>1.4830000000000001</c:v>
                </c:pt>
                <c:pt idx="42">
                  <c:v>1.488</c:v>
                </c:pt>
                <c:pt idx="43">
                  <c:v>1.4910000000000001</c:v>
                </c:pt>
                <c:pt idx="44">
                  <c:v>1.4930000000000001</c:v>
                </c:pt>
                <c:pt idx="45">
                  <c:v>1.494</c:v>
                </c:pt>
                <c:pt idx="46">
                  <c:v>1.4950000000000001</c:v>
                </c:pt>
                <c:pt idx="47">
                  <c:v>1.496</c:v>
                </c:pt>
                <c:pt idx="48">
                  <c:v>1.4950000000000001</c:v>
                </c:pt>
                <c:pt idx="49">
                  <c:v>1.4930000000000001</c:v>
                </c:pt>
                <c:pt idx="50">
                  <c:v>1.49</c:v>
                </c:pt>
                <c:pt idx="51">
                  <c:v>1.486</c:v>
                </c:pt>
                <c:pt idx="52">
                  <c:v>1.482</c:v>
                </c:pt>
                <c:pt idx="53">
                  <c:v>1.4770000000000001</c:v>
                </c:pt>
                <c:pt idx="54">
                  <c:v>1.4710000000000001</c:v>
                </c:pt>
                <c:pt idx="55">
                  <c:v>1.464</c:v>
                </c:pt>
                <c:pt idx="56">
                  <c:v>1.4570000000000001</c:v>
                </c:pt>
                <c:pt idx="57">
                  <c:v>1.448</c:v>
                </c:pt>
                <c:pt idx="58">
                  <c:v>1.44</c:v>
                </c:pt>
                <c:pt idx="59">
                  <c:v>1.431</c:v>
                </c:pt>
                <c:pt idx="60">
                  <c:v>1.421</c:v>
                </c:pt>
                <c:pt idx="61">
                  <c:v>1.41</c:v>
                </c:pt>
                <c:pt idx="62">
                  <c:v>1.3979999999999999</c:v>
                </c:pt>
                <c:pt idx="63">
                  <c:v>1.3859999999999999</c:v>
                </c:pt>
                <c:pt idx="64">
                  <c:v>1.3720000000000001</c:v>
                </c:pt>
                <c:pt idx="65">
                  <c:v>1.359</c:v>
                </c:pt>
                <c:pt idx="66">
                  <c:v>1.3460000000000001</c:v>
                </c:pt>
                <c:pt idx="67">
                  <c:v>1.3320000000000001</c:v>
                </c:pt>
                <c:pt idx="68">
                  <c:v>1.3169999999999999</c:v>
                </c:pt>
                <c:pt idx="69">
                  <c:v>1.3049999999999999</c:v>
                </c:pt>
                <c:pt idx="70">
                  <c:v>1.2909999999999999</c:v>
                </c:pt>
                <c:pt idx="71">
                  <c:v>1.274</c:v>
                </c:pt>
                <c:pt idx="72">
                  <c:v>1.258</c:v>
                </c:pt>
                <c:pt idx="73">
                  <c:v>1.242</c:v>
                </c:pt>
                <c:pt idx="74">
                  <c:v>1.224</c:v>
                </c:pt>
                <c:pt idx="75">
                  <c:v>1.2070000000000001</c:v>
                </c:pt>
                <c:pt idx="76">
                  <c:v>1.1910000000000001</c:v>
                </c:pt>
                <c:pt idx="77">
                  <c:v>1.1739999999999999</c:v>
                </c:pt>
                <c:pt idx="78">
                  <c:v>1.1559999999999999</c:v>
                </c:pt>
                <c:pt idx="79">
                  <c:v>1.139</c:v>
                </c:pt>
                <c:pt idx="80">
                  <c:v>1.1240000000000001</c:v>
                </c:pt>
                <c:pt idx="81">
                  <c:v>1.105</c:v>
                </c:pt>
                <c:pt idx="82">
                  <c:v>1.083</c:v>
                </c:pt>
                <c:pt idx="83">
                  <c:v>1.0640000000000001</c:v>
                </c:pt>
                <c:pt idx="84">
                  <c:v>1.046</c:v>
                </c:pt>
                <c:pt idx="85">
                  <c:v>1.0249999999999999</c:v>
                </c:pt>
                <c:pt idx="86">
                  <c:v>1.0049999999999999</c:v>
                </c:pt>
                <c:pt idx="87">
                  <c:v>0.98499999999999999</c:v>
                </c:pt>
                <c:pt idx="88">
                  <c:v>0.96599999999999997</c:v>
                </c:pt>
                <c:pt idx="89">
                  <c:v>0.94499999999999995</c:v>
                </c:pt>
                <c:pt idx="90">
                  <c:v>0.92300000000000004</c:v>
                </c:pt>
                <c:pt idx="91">
                  <c:v>0.90100000000000002</c:v>
                </c:pt>
                <c:pt idx="92">
                  <c:v>0.88400000000000001</c:v>
                </c:pt>
                <c:pt idx="93">
                  <c:v>0.86499999999999999</c:v>
                </c:pt>
                <c:pt idx="94">
                  <c:v>0.84299999999999997</c:v>
                </c:pt>
                <c:pt idx="95">
                  <c:v>0.82099999999999995</c:v>
                </c:pt>
                <c:pt idx="96">
                  <c:v>0.79800000000000004</c:v>
                </c:pt>
                <c:pt idx="97">
                  <c:v>0.77700000000000002</c:v>
                </c:pt>
                <c:pt idx="98">
                  <c:v>0.75700000000000001</c:v>
                </c:pt>
                <c:pt idx="99">
                  <c:v>0.73399999999999999</c:v>
                </c:pt>
                <c:pt idx="100">
                  <c:v>0.71599999999999997</c:v>
                </c:pt>
                <c:pt idx="101">
                  <c:v>0.69399999999999995</c:v>
                </c:pt>
                <c:pt idx="102">
                  <c:v>0.67200000000000004</c:v>
                </c:pt>
                <c:pt idx="103">
                  <c:v>0.65300000000000002</c:v>
                </c:pt>
                <c:pt idx="104">
                  <c:v>0.63500000000000001</c:v>
                </c:pt>
                <c:pt idx="105">
                  <c:v>0.61299999999999999</c:v>
                </c:pt>
                <c:pt idx="106">
                  <c:v>0.59299999999999997</c:v>
                </c:pt>
                <c:pt idx="107">
                  <c:v>0.57299999999999995</c:v>
                </c:pt>
                <c:pt idx="108">
                  <c:v>0.55300000000000005</c:v>
                </c:pt>
                <c:pt idx="109">
                  <c:v>0.53300000000000003</c:v>
                </c:pt>
                <c:pt idx="110">
                  <c:v>0.51300000000000001</c:v>
                </c:pt>
                <c:pt idx="111">
                  <c:v>0.495</c:v>
                </c:pt>
                <c:pt idx="112">
                  <c:v>0.47699999999999998</c:v>
                </c:pt>
                <c:pt idx="113">
                  <c:v>0.45700000000000002</c:v>
                </c:pt>
                <c:pt idx="114">
                  <c:v>0.443</c:v>
                </c:pt>
                <c:pt idx="115">
                  <c:v>0.42599999999999999</c:v>
                </c:pt>
                <c:pt idx="116">
                  <c:v>0.40799999999999997</c:v>
                </c:pt>
                <c:pt idx="117">
                  <c:v>0.39200000000000002</c:v>
                </c:pt>
                <c:pt idx="118">
                  <c:v>0.377</c:v>
                </c:pt>
                <c:pt idx="119">
                  <c:v>0.35899999999999999</c:v>
                </c:pt>
                <c:pt idx="120">
                  <c:v>0.34300000000000003</c:v>
                </c:pt>
                <c:pt idx="121">
                  <c:v>0.32800000000000001</c:v>
                </c:pt>
                <c:pt idx="122">
                  <c:v>0.314</c:v>
                </c:pt>
                <c:pt idx="123">
                  <c:v>0.3</c:v>
                </c:pt>
                <c:pt idx="124">
                  <c:v>0.28599999999999998</c:v>
                </c:pt>
                <c:pt idx="125">
                  <c:v>0.27400000000000002</c:v>
                </c:pt>
                <c:pt idx="126">
                  <c:v>0.26100000000000001</c:v>
                </c:pt>
                <c:pt idx="127">
                  <c:v>0.248</c:v>
                </c:pt>
                <c:pt idx="128">
                  <c:v>0.23699999999999999</c:v>
                </c:pt>
                <c:pt idx="129">
                  <c:v>0.22600000000000001</c:v>
                </c:pt>
                <c:pt idx="130">
                  <c:v>0.21299999999999999</c:v>
                </c:pt>
                <c:pt idx="131">
                  <c:v>0.20300000000000001</c:v>
                </c:pt>
                <c:pt idx="132">
                  <c:v>0.193</c:v>
                </c:pt>
                <c:pt idx="133">
                  <c:v>0.183</c:v>
                </c:pt>
                <c:pt idx="134">
                  <c:v>0.17299999999999999</c:v>
                </c:pt>
                <c:pt idx="135">
                  <c:v>0.16300000000000001</c:v>
                </c:pt>
                <c:pt idx="136">
                  <c:v>0.156</c:v>
                </c:pt>
                <c:pt idx="137">
                  <c:v>0.14699999999999999</c:v>
                </c:pt>
                <c:pt idx="138">
                  <c:v>0.13900000000000001</c:v>
                </c:pt>
                <c:pt idx="139">
                  <c:v>0.13200000000000001</c:v>
                </c:pt>
                <c:pt idx="140">
                  <c:v>0.124</c:v>
                </c:pt>
                <c:pt idx="141">
                  <c:v>0.11700000000000001</c:v>
                </c:pt>
                <c:pt idx="142">
                  <c:v>0.111</c:v>
                </c:pt>
                <c:pt idx="143">
                  <c:v>0.105</c:v>
                </c:pt>
                <c:pt idx="144">
                  <c:v>9.8000000000000004E-2</c:v>
                </c:pt>
                <c:pt idx="145">
                  <c:v>9.2999999999999999E-2</c:v>
                </c:pt>
                <c:pt idx="146">
                  <c:v>8.7999999999999995E-2</c:v>
                </c:pt>
                <c:pt idx="147">
                  <c:v>8.3000000000000004E-2</c:v>
                </c:pt>
                <c:pt idx="148">
                  <c:v>7.8E-2</c:v>
                </c:pt>
                <c:pt idx="149">
                  <c:v>7.2999999999999995E-2</c:v>
                </c:pt>
                <c:pt idx="150">
                  <c:v>7.0000000000000007E-2</c:v>
                </c:pt>
                <c:pt idx="151">
                  <c:v>6.6000000000000003E-2</c:v>
                </c:pt>
                <c:pt idx="152">
                  <c:v>6.2E-2</c:v>
                </c:pt>
                <c:pt idx="153">
                  <c:v>5.8999999999999997E-2</c:v>
                </c:pt>
                <c:pt idx="154">
                  <c:v>5.6000000000000001E-2</c:v>
                </c:pt>
                <c:pt idx="155">
                  <c:v>5.1999999999999998E-2</c:v>
                </c:pt>
                <c:pt idx="156">
                  <c:v>0.05</c:v>
                </c:pt>
                <c:pt idx="157">
                  <c:v>4.7E-2</c:v>
                </c:pt>
                <c:pt idx="158">
                  <c:v>4.4999999999999998E-2</c:v>
                </c:pt>
                <c:pt idx="159">
                  <c:v>4.2999999999999997E-2</c:v>
                </c:pt>
                <c:pt idx="160">
                  <c:v>0.04</c:v>
                </c:pt>
                <c:pt idx="161">
                  <c:v>3.9E-2</c:v>
                </c:pt>
                <c:pt idx="162">
                  <c:v>3.7999999999999999E-2</c:v>
                </c:pt>
                <c:pt idx="163">
                  <c:v>3.5000000000000003E-2</c:v>
                </c:pt>
                <c:pt idx="164">
                  <c:v>3.4000000000000002E-2</c:v>
                </c:pt>
                <c:pt idx="165">
                  <c:v>3.3000000000000002E-2</c:v>
                </c:pt>
                <c:pt idx="166">
                  <c:v>3.2000000000000001E-2</c:v>
                </c:pt>
                <c:pt idx="167">
                  <c:v>0.03</c:v>
                </c:pt>
                <c:pt idx="168">
                  <c:v>2.9000000000000001E-2</c:v>
                </c:pt>
                <c:pt idx="169">
                  <c:v>2.8000000000000001E-2</c:v>
                </c:pt>
                <c:pt idx="170">
                  <c:v>2.7E-2</c:v>
                </c:pt>
                <c:pt idx="171">
                  <c:v>2.5999999999999999E-2</c:v>
                </c:pt>
                <c:pt idx="172">
                  <c:v>2.5000000000000001E-2</c:v>
                </c:pt>
                <c:pt idx="173">
                  <c:v>2.5999999999999999E-2</c:v>
                </c:pt>
                <c:pt idx="174">
                  <c:v>2.4E-2</c:v>
                </c:pt>
                <c:pt idx="175">
                  <c:v>2.4E-2</c:v>
                </c:pt>
                <c:pt idx="176">
                  <c:v>2.1999999999999999E-2</c:v>
                </c:pt>
                <c:pt idx="177">
                  <c:v>2.1999999999999999E-2</c:v>
                </c:pt>
                <c:pt idx="178">
                  <c:v>2.1999999999999999E-2</c:v>
                </c:pt>
                <c:pt idx="179">
                  <c:v>2.1000000000000001E-2</c:v>
                </c:pt>
                <c:pt idx="180">
                  <c:v>2.1000000000000001E-2</c:v>
                </c:pt>
                <c:pt idx="181">
                  <c:v>2.1000000000000001E-2</c:v>
                </c:pt>
                <c:pt idx="182">
                  <c:v>2.1000000000000001E-2</c:v>
                </c:pt>
                <c:pt idx="183">
                  <c:v>0.02</c:v>
                </c:pt>
                <c:pt idx="184">
                  <c:v>0.02</c:v>
                </c:pt>
                <c:pt idx="185">
                  <c:v>1.9E-2</c:v>
                </c:pt>
                <c:pt idx="186">
                  <c:v>1.9E-2</c:v>
                </c:pt>
                <c:pt idx="187">
                  <c:v>1.9E-2</c:v>
                </c:pt>
                <c:pt idx="188">
                  <c:v>1.9E-2</c:v>
                </c:pt>
                <c:pt idx="189">
                  <c:v>1.9E-2</c:v>
                </c:pt>
                <c:pt idx="190">
                  <c:v>1.7999999999999999E-2</c:v>
                </c:pt>
                <c:pt idx="191">
                  <c:v>1.7999999999999999E-2</c:v>
                </c:pt>
                <c:pt idx="192">
                  <c:v>1.9E-2</c:v>
                </c:pt>
                <c:pt idx="193">
                  <c:v>1.7999999999999999E-2</c:v>
                </c:pt>
                <c:pt idx="194">
                  <c:v>1.9E-2</c:v>
                </c:pt>
                <c:pt idx="195">
                  <c:v>1.7999999999999999E-2</c:v>
                </c:pt>
                <c:pt idx="196">
                  <c:v>1.7999999999999999E-2</c:v>
                </c:pt>
                <c:pt idx="197">
                  <c:v>1.7999999999999999E-2</c:v>
                </c:pt>
                <c:pt idx="198">
                  <c:v>1.7000000000000001E-2</c:v>
                </c:pt>
                <c:pt idx="199">
                  <c:v>1.7000000000000001E-2</c:v>
                </c:pt>
                <c:pt idx="200">
                  <c:v>1.7000000000000001E-2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4C0D-4C6A-9231-EE91F126FB3E}"/>
            </c:ext>
          </c:extLst>
        </c:ser>
        <c:ser>
          <c:idx val="4"/>
          <c:order val="4"/>
          <c:tx>
            <c:v>50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xVal>
            <c:numRef>
              <c:f>EspectrofotometroComercial!$B$835:$B$1035</c:f>
              <c:numCache>
                <c:formatCode>General</c:formatCode>
                <c:ptCount val="201"/>
                <c:pt idx="0">
                  <c:v>450</c:v>
                </c:pt>
                <c:pt idx="1">
                  <c:v>451</c:v>
                </c:pt>
                <c:pt idx="2">
                  <c:v>452</c:v>
                </c:pt>
                <c:pt idx="3">
                  <c:v>453</c:v>
                </c:pt>
                <c:pt idx="4">
                  <c:v>454</c:v>
                </c:pt>
                <c:pt idx="5">
                  <c:v>455</c:v>
                </c:pt>
                <c:pt idx="6">
                  <c:v>456</c:v>
                </c:pt>
                <c:pt idx="7">
                  <c:v>457</c:v>
                </c:pt>
                <c:pt idx="8">
                  <c:v>458</c:v>
                </c:pt>
                <c:pt idx="9">
                  <c:v>459</c:v>
                </c:pt>
                <c:pt idx="10">
                  <c:v>460</c:v>
                </c:pt>
                <c:pt idx="11">
                  <c:v>461</c:v>
                </c:pt>
                <c:pt idx="12">
                  <c:v>462</c:v>
                </c:pt>
                <c:pt idx="13">
                  <c:v>463</c:v>
                </c:pt>
                <c:pt idx="14">
                  <c:v>464</c:v>
                </c:pt>
                <c:pt idx="15">
                  <c:v>465</c:v>
                </c:pt>
                <c:pt idx="16">
                  <c:v>466</c:v>
                </c:pt>
                <c:pt idx="17">
                  <c:v>467</c:v>
                </c:pt>
                <c:pt idx="18">
                  <c:v>468</c:v>
                </c:pt>
                <c:pt idx="19">
                  <c:v>469</c:v>
                </c:pt>
                <c:pt idx="20">
                  <c:v>470</c:v>
                </c:pt>
                <c:pt idx="21">
                  <c:v>471</c:v>
                </c:pt>
                <c:pt idx="22">
                  <c:v>472</c:v>
                </c:pt>
                <c:pt idx="23">
                  <c:v>473</c:v>
                </c:pt>
                <c:pt idx="24">
                  <c:v>474</c:v>
                </c:pt>
                <c:pt idx="25">
                  <c:v>475</c:v>
                </c:pt>
                <c:pt idx="26">
                  <c:v>476</c:v>
                </c:pt>
                <c:pt idx="27">
                  <c:v>477</c:v>
                </c:pt>
                <c:pt idx="28">
                  <c:v>478</c:v>
                </c:pt>
                <c:pt idx="29">
                  <c:v>479</c:v>
                </c:pt>
                <c:pt idx="30">
                  <c:v>480</c:v>
                </c:pt>
                <c:pt idx="31">
                  <c:v>481</c:v>
                </c:pt>
                <c:pt idx="32">
                  <c:v>482</c:v>
                </c:pt>
                <c:pt idx="33">
                  <c:v>483</c:v>
                </c:pt>
                <c:pt idx="34">
                  <c:v>484</c:v>
                </c:pt>
                <c:pt idx="35">
                  <c:v>485</c:v>
                </c:pt>
                <c:pt idx="36">
                  <c:v>486</c:v>
                </c:pt>
                <c:pt idx="37">
                  <c:v>487</c:v>
                </c:pt>
                <c:pt idx="38">
                  <c:v>488</c:v>
                </c:pt>
                <c:pt idx="39">
                  <c:v>489</c:v>
                </c:pt>
                <c:pt idx="40">
                  <c:v>490</c:v>
                </c:pt>
                <c:pt idx="41">
                  <c:v>491</c:v>
                </c:pt>
                <c:pt idx="42">
                  <c:v>492</c:v>
                </c:pt>
                <c:pt idx="43">
                  <c:v>493</c:v>
                </c:pt>
                <c:pt idx="44">
                  <c:v>494</c:v>
                </c:pt>
                <c:pt idx="45">
                  <c:v>495</c:v>
                </c:pt>
                <c:pt idx="46">
                  <c:v>496</c:v>
                </c:pt>
                <c:pt idx="47">
                  <c:v>497</c:v>
                </c:pt>
                <c:pt idx="48">
                  <c:v>498</c:v>
                </c:pt>
                <c:pt idx="49">
                  <c:v>499</c:v>
                </c:pt>
                <c:pt idx="50">
                  <c:v>500</c:v>
                </c:pt>
                <c:pt idx="51">
                  <c:v>501</c:v>
                </c:pt>
                <c:pt idx="52">
                  <c:v>502</c:v>
                </c:pt>
                <c:pt idx="53">
                  <c:v>503</c:v>
                </c:pt>
                <c:pt idx="54">
                  <c:v>504</c:v>
                </c:pt>
                <c:pt idx="55">
                  <c:v>505</c:v>
                </c:pt>
                <c:pt idx="56">
                  <c:v>506</c:v>
                </c:pt>
                <c:pt idx="57">
                  <c:v>507</c:v>
                </c:pt>
                <c:pt idx="58">
                  <c:v>508</c:v>
                </c:pt>
                <c:pt idx="59">
                  <c:v>509</c:v>
                </c:pt>
                <c:pt idx="60">
                  <c:v>510</c:v>
                </c:pt>
                <c:pt idx="61">
                  <c:v>511</c:v>
                </c:pt>
                <c:pt idx="62">
                  <c:v>512</c:v>
                </c:pt>
                <c:pt idx="63">
                  <c:v>513</c:v>
                </c:pt>
                <c:pt idx="64">
                  <c:v>514</c:v>
                </c:pt>
                <c:pt idx="65">
                  <c:v>515</c:v>
                </c:pt>
                <c:pt idx="66">
                  <c:v>516</c:v>
                </c:pt>
                <c:pt idx="67">
                  <c:v>517</c:v>
                </c:pt>
                <c:pt idx="68">
                  <c:v>518</c:v>
                </c:pt>
                <c:pt idx="69">
                  <c:v>519</c:v>
                </c:pt>
                <c:pt idx="70">
                  <c:v>520</c:v>
                </c:pt>
                <c:pt idx="71">
                  <c:v>521</c:v>
                </c:pt>
                <c:pt idx="72">
                  <c:v>522</c:v>
                </c:pt>
                <c:pt idx="73">
                  <c:v>523</c:v>
                </c:pt>
                <c:pt idx="74">
                  <c:v>524</c:v>
                </c:pt>
                <c:pt idx="75">
                  <c:v>525</c:v>
                </c:pt>
                <c:pt idx="76">
                  <c:v>526</c:v>
                </c:pt>
                <c:pt idx="77">
                  <c:v>527</c:v>
                </c:pt>
                <c:pt idx="78">
                  <c:v>528</c:v>
                </c:pt>
                <c:pt idx="79">
                  <c:v>529</c:v>
                </c:pt>
                <c:pt idx="80">
                  <c:v>530</c:v>
                </c:pt>
                <c:pt idx="81">
                  <c:v>531</c:v>
                </c:pt>
                <c:pt idx="82">
                  <c:v>532</c:v>
                </c:pt>
                <c:pt idx="83">
                  <c:v>533</c:v>
                </c:pt>
                <c:pt idx="84">
                  <c:v>534</c:v>
                </c:pt>
                <c:pt idx="85">
                  <c:v>535</c:v>
                </c:pt>
                <c:pt idx="86">
                  <c:v>536</c:v>
                </c:pt>
                <c:pt idx="87">
                  <c:v>537</c:v>
                </c:pt>
                <c:pt idx="88">
                  <c:v>538</c:v>
                </c:pt>
                <c:pt idx="89">
                  <c:v>539</c:v>
                </c:pt>
                <c:pt idx="90">
                  <c:v>540</c:v>
                </c:pt>
                <c:pt idx="91">
                  <c:v>541</c:v>
                </c:pt>
                <c:pt idx="92">
                  <c:v>542</c:v>
                </c:pt>
                <c:pt idx="93">
                  <c:v>543</c:v>
                </c:pt>
                <c:pt idx="94">
                  <c:v>544</c:v>
                </c:pt>
                <c:pt idx="95">
                  <c:v>545</c:v>
                </c:pt>
                <c:pt idx="96">
                  <c:v>546</c:v>
                </c:pt>
                <c:pt idx="97">
                  <c:v>547</c:v>
                </c:pt>
                <c:pt idx="98">
                  <c:v>548</c:v>
                </c:pt>
                <c:pt idx="99">
                  <c:v>549</c:v>
                </c:pt>
                <c:pt idx="100">
                  <c:v>550</c:v>
                </c:pt>
                <c:pt idx="101">
                  <c:v>551</c:v>
                </c:pt>
                <c:pt idx="102">
                  <c:v>552</c:v>
                </c:pt>
                <c:pt idx="103">
                  <c:v>553</c:v>
                </c:pt>
                <c:pt idx="104">
                  <c:v>554</c:v>
                </c:pt>
                <c:pt idx="105">
                  <c:v>555</c:v>
                </c:pt>
                <c:pt idx="106">
                  <c:v>556</c:v>
                </c:pt>
                <c:pt idx="107">
                  <c:v>557</c:v>
                </c:pt>
                <c:pt idx="108">
                  <c:v>558</c:v>
                </c:pt>
                <c:pt idx="109">
                  <c:v>559</c:v>
                </c:pt>
                <c:pt idx="110">
                  <c:v>560</c:v>
                </c:pt>
                <c:pt idx="111">
                  <c:v>561</c:v>
                </c:pt>
                <c:pt idx="112">
                  <c:v>562</c:v>
                </c:pt>
                <c:pt idx="113">
                  <c:v>563</c:v>
                </c:pt>
                <c:pt idx="114">
                  <c:v>564</c:v>
                </c:pt>
                <c:pt idx="115">
                  <c:v>565</c:v>
                </c:pt>
                <c:pt idx="116">
                  <c:v>566</c:v>
                </c:pt>
                <c:pt idx="117">
                  <c:v>567</c:v>
                </c:pt>
                <c:pt idx="118">
                  <c:v>568</c:v>
                </c:pt>
                <c:pt idx="119">
                  <c:v>569</c:v>
                </c:pt>
                <c:pt idx="120">
                  <c:v>570</c:v>
                </c:pt>
                <c:pt idx="121">
                  <c:v>571</c:v>
                </c:pt>
                <c:pt idx="122">
                  <c:v>572</c:v>
                </c:pt>
                <c:pt idx="123">
                  <c:v>573</c:v>
                </c:pt>
                <c:pt idx="124">
                  <c:v>574</c:v>
                </c:pt>
                <c:pt idx="125">
                  <c:v>575</c:v>
                </c:pt>
                <c:pt idx="126">
                  <c:v>576</c:v>
                </c:pt>
                <c:pt idx="127">
                  <c:v>577</c:v>
                </c:pt>
                <c:pt idx="128">
                  <c:v>578</c:v>
                </c:pt>
                <c:pt idx="129">
                  <c:v>579</c:v>
                </c:pt>
                <c:pt idx="130">
                  <c:v>580</c:v>
                </c:pt>
                <c:pt idx="131">
                  <c:v>581</c:v>
                </c:pt>
                <c:pt idx="132">
                  <c:v>582</c:v>
                </c:pt>
                <c:pt idx="133">
                  <c:v>583</c:v>
                </c:pt>
                <c:pt idx="134">
                  <c:v>584</c:v>
                </c:pt>
                <c:pt idx="135">
                  <c:v>585</c:v>
                </c:pt>
                <c:pt idx="136">
                  <c:v>586</c:v>
                </c:pt>
                <c:pt idx="137">
                  <c:v>587</c:v>
                </c:pt>
                <c:pt idx="138">
                  <c:v>588</c:v>
                </c:pt>
                <c:pt idx="139">
                  <c:v>589</c:v>
                </c:pt>
                <c:pt idx="140">
                  <c:v>590</c:v>
                </c:pt>
                <c:pt idx="141">
                  <c:v>591</c:v>
                </c:pt>
                <c:pt idx="142">
                  <c:v>592</c:v>
                </c:pt>
                <c:pt idx="143">
                  <c:v>593</c:v>
                </c:pt>
                <c:pt idx="144">
                  <c:v>594</c:v>
                </c:pt>
                <c:pt idx="145">
                  <c:v>595</c:v>
                </c:pt>
                <c:pt idx="146">
                  <c:v>596</c:v>
                </c:pt>
                <c:pt idx="147">
                  <c:v>597</c:v>
                </c:pt>
                <c:pt idx="148">
                  <c:v>598</c:v>
                </c:pt>
                <c:pt idx="149">
                  <c:v>599</c:v>
                </c:pt>
                <c:pt idx="150">
                  <c:v>600</c:v>
                </c:pt>
                <c:pt idx="151">
                  <c:v>601</c:v>
                </c:pt>
                <c:pt idx="152">
                  <c:v>602</c:v>
                </c:pt>
                <c:pt idx="153">
                  <c:v>603</c:v>
                </c:pt>
                <c:pt idx="154">
                  <c:v>604</c:v>
                </c:pt>
                <c:pt idx="155">
                  <c:v>605</c:v>
                </c:pt>
                <c:pt idx="156">
                  <c:v>606</c:v>
                </c:pt>
                <c:pt idx="157">
                  <c:v>607</c:v>
                </c:pt>
                <c:pt idx="158">
                  <c:v>608</c:v>
                </c:pt>
                <c:pt idx="159">
                  <c:v>609</c:v>
                </c:pt>
                <c:pt idx="160">
                  <c:v>610</c:v>
                </c:pt>
                <c:pt idx="161">
                  <c:v>611</c:v>
                </c:pt>
                <c:pt idx="162">
                  <c:v>612</c:v>
                </c:pt>
                <c:pt idx="163">
                  <c:v>613</c:v>
                </c:pt>
                <c:pt idx="164">
                  <c:v>614</c:v>
                </c:pt>
                <c:pt idx="165">
                  <c:v>615</c:v>
                </c:pt>
                <c:pt idx="166">
                  <c:v>616</c:v>
                </c:pt>
                <c:pt idx="167">
                  <c:v>617</c:v>
                </c:pt>
                <c:pt idx="168">
                  <c:v>618</c:v>
                </c:pt>
                <c:pt idx="169">
                  <c:v>619</c:v>
                </c:pt>
                <c:pt idx="170">
                  <c:v>620</c:v>
                </c:pt>
                <c:pt idx="171">
                  <c:v>621</c:v>
                </c:pt>
                <c:pt idx="172">
                  <c:v>622</c:v>
                </c:pt>
                <c:pt idx="173">
                  <c:v>623</c:v>
                </c:pt>
                <c:pt idx="174">
                  <c:v>624</c:v>
                </c:pt>
                <c:pt idx="175">
                  <c:v>625</c:v>
                </c:pt>
                <c:pt idx="176">
                  <c:v>626</c:v>
                </c:pt>
                <c:pt idx="177">
                  <c:v>627</c:v>
                </c:pt>
                <c:pt idx="178">
                  <c:v>628</c:v>
                </c:pt>
                <c:pt idx="179">
                  <c:v>629</c:v>
                </c:pt>
                <c:pt idx="180">
                  <c:v>630</c:v>
                </c:pt>
                <c:pt idx="181">
                  <c:v>631</c:v>
                </c:pt>
                <c:pt idx="182">
                  <c:v>632</c:v>
                </c:pt>
                <c:pt idx="183">
                  <c:v>633</c:v>
                </c:pt>
                <c:pt idx="184">
                  <c:v>634</c:v>
                </c:pt>
                <c:pt idx="185">
                  <c:v>635</c:v>
                </c:pt>
                <c:pt idx="186">
                  <c:v>636</c:v>
                </c:pt>
                <c:pt idx="187">
                  <c:v>637</c:v>
                </c:pt>
                <c:pt idx="188">
                  <c:v>638</c:v>
                </c:pt>
                <c:pt idx="189">
                  <c:v>639</c:v>
                </c:pt>
                <c:pt idx="190">
                  <c:v>640</c:v>
                </c:pt>
                <c:pt idx="191">
                  <c:v>641</c:v>
                </c:pt>
                <c:pt idx="192">
                  <c:v>642</c:v>
                </c:pt>
                <c:pt idx="193">
                  <c:v>643</c:v>
                </c:pt>
                <c:pt idx="194">
                  <c:v>644</c:v>
                </c:pt>
                <c:pt idx="195">
                  <c:v>645</c:v>
                </c:pt>
                <c:pt idx="196">
                  <c:v>646</c:v>
                </c:pt>
                <c:pt idx="197">
                  <c:v>647</c:v>
                </c:pt>
                <c:pt idx="198">
                  <c:v>648</c:v>
                </c:pt>
                <c:pt idx="199">
                  <c:v>649</c:v>
                </c:pt>
                <c:pt idx="200">
                  <c:v>650</c:v>
                </c:pt>
              </c:numCache>
            </c:numRef>
          </c:xVal>
          <c:yVal>
            <c:numRef>
              <c:f>EspectrofotometroComercial!$C$835:$C$1035</c:f>
              <c:numCache>
                <c:formatCode>General</c:formatCode>
                <c:ptCount val="201"/>
                <c:pt idx="0">
                  <c:v>1.2849999999999999</c:v>
                </c:pt>
                <c:pt idx="1">
                  <c:v>1.2989999999999999</c:v>
                </c:pt>
                <c:pt idx="2">
                  <c:v>1.3140000000000001</c:v>
                </c:pt>
                <c:pt idx="3">
                  <c:v>1.33</c:v>
                </c:pt>
                <c:pt idx="4">
                  <c:v>1.3460000000000001</c:v>
                </c:pt>
                <c:pt idx="5">
                  <c:v>1.3620000000000001</c:v>
                </c:pt>
                <c:pt idx="6">
                  <c:v>1.38</c:v>
                </c:pt>
                <c:pt idx="7">
                  <c:v>1.3959999999999999</c:v>
                </c:pt>
                <c:pt idx="8">
                  <c:v>1.413</c:v>
                </c:pt>
                <c:pt idx="9">
                  <c:v>1.431</c:v>
                </c:pt>
                <c:pt idx="10">
                  <c:v>1.446</c:v>
                </c:pt>
                <c:pt idx="11">
                  <c:v>1.4630000000000001</c:v>
                </c:pt>
                <c:pt idx="12">
                  <c:v>1.4790000000000001</c:v>
                </c:pt>
                <c:pt idx="13">
                  <c:v>1.496</c:v>
                </c:pt>
                <c:pt idx="14">
                  <c:v>1.5149999999999999</c:v>
                </c:pt>
                <c:pt idx="15">
                  <c:v>1.532</c:v>
                </c:pt>
                <c:pt idx="16">
                  <c:v>1.55</c:v>
                </c:pt>
                <c:pt idx="17">
                  <c:v>1.569</c:v>
                </c:pt>
                <c:pt idx="18">
                  <c:v>1.5840000000000001</c:v>
                </c:pt>
                <c:pt idx="19">
                  <c:v>1.603</c:v>
                </c:pt>
                <c:pt idx="20">
                  <c:v>1.62</c:v>
                </c:pt>
                <c:pt idx="21">
                  <c:v>1.637</c:v>
                </c:pt>
                <c:pt idx="22">
                  <c:v>1.6539999999999999</c:v>
                </c:pt>
                <c:pt idx="23">
                  <c:v>1.6719999999999999</c:v>
                </c:pt>
                <c:pt idx="24">
                  <c:v>1.6879999999999999</c:v>
                </c:pt>
                <c:pt idx="25">
                  <c:v>1.7030000000000001</c:v>
                </c:pt>
                <c:pt idx="26">
                  <c:v>1.7210000000000001</c:v>
                </c:pt>
                <c:pt idx="27">
                  <c:v>1.738</c:v>
                </c:pt>
                <c:pt idx="28">
                  <c:v>1.7549999999999999</c:v>
                </c:pt>
                <c:pt idx="29">
                  <c:v>1.7709999999999999</c:v>
                </c:pt>
                <c:pt idx="30">
                  <c:v>1.7869999999999999</c:v>
                </c:pt>
                <c:pt idx="31">
                  <c:v>1.802</c:v>
                </c:pt>
                <c:pt idx="32">
                  <c:v>1.8160000000000001</c:v>
                </c:pt>
                <c:pt idx="33">
                  <c:v>1.831</c:v>
                </c:pt>
                <c:pt idx="34">
                  <c:v>1.843</c:v>
                </c:pt>
                <c:pt idx="35">
                  <c:v>1.853</c:v>
                </c:pt>
                <c:pt idx="36">
                  <c:v>1.8640000000000001</c:v>
                </c:pt>
                <c:pt idx="37">
                  <c:v>1.877</c:v>
                </c:pt>
                <c:pt idx="38">
                  <c:v>1.885</c:v>
                </c:pt>
                <c:pt idx="39">
                  <c:v>1.893</c:v>
                </c:pt>
                <c:pt idx="40">
                  <c:v>1.9019999999999999</c:v>
                </c:pt>
                <c:pt idx="41">
                  <c:v>1.909</c:v>
                </c:pt>
                <c:pt idx="42">
                  <c:v>1.9139999999999999</c:v>
                </c:pt>
                <c:pt idx="43">
                  <c:v>1.9179999999999999</c:v>
                </c:pt>
                <c:pt idx="44">
                  <c:v>1.92</c:v>
                </c:pt>
                <c:pt idx="45">
                  <c:v>1.923</c:v>
                </c:pt>
                <c:pt idx="46">
                  <c:v>1.9239999999999999</c:v>
                </c:pt>
                <c:pt idx="47">
                  <c:v>1.9239999999999999</c:v>
                </c:pt>
                <c:pt idx="48">
                  <c:v>1.9219999999999999</c:v>
                </c:pt>
                <c:pt idx="49">
                  <c:v>1.921</c:v>
                </c:pt>
                <c:pt idx="50">
                  <c:v>1.9159999999999999</c:v>
                </c:pt>
                <c:pt idx="51">
                  <c:v>1.911</c:v>
                </c:pt>
                <c:pt idx="52">
                  <c:v>1.9059999999999999</c:v>
                </c:pt>
                <c:pt idx="53">
                  <c:v>1.897</c:v>
                </c:pt>
                <c:pt idx="54">
                  <c:v>1.889</c:v>
                </c:pt>
                <c:pt idx="55">
                  <c:v>1.881</c:v>
                </c:pt>
                <c:pt idx="56">
                  <c:v>1.8720000000000001</c:v>
                </c:pt>
                <c:pt idx="57">
                  <c:v>1.86</c:v>
                </c:pt>
                <c:pt idx="58">
                  <c:v>1.851</c:v>
                </c:pt>
                <c:pt idx="59">
                  <c:v>1.837</c:v>
                </c:pt>
                <c:pt idx="60">
                  <c:v>1.825</c:v>
                </c:pt>
                <c:pt idx="61">
                  <c:v>1.81</c:v>
                </c:pt>
                <c:pt idx="62">
                  <c:v>1.796</c:v>
                </c:pt>
                <c:pt idx="63">
                  <c:v>1.78</c:v>
                </c:pt>
                <c:pt idx="64">
                  <c:v>1.7629999999999999</c:v>
                </c:pt>
                <c:pt idx="65">
                  <c:v>1.7470000000000001</c:v>
                </c:pt>
                <c:pt idx="66">
                  <c:v>1.73</c:v>
                </c:pt>
                <c:pt idx="67">
                  <c:v>1.71</c:v>
                </c:pt>
                <c:pt idx="68">
                  <c:v>1.6919999999999999</c:v>
                </c:pt>
                <c:pt idx="69">
                  <c:v>1.6759999999999999</c:v>
                </c:pt>
                <c:pt idx="70">
                  <c:v>1.6579999999999999</c:v>
                </c:pt>
                <c:pt idx="71">
                  <c:v>1.637</c:v>
                </c:pt>
                <c:pt idx="72">
                  <c:v>1.6160000000000001</c:v>
                </c:pt>
                <c:pt idx="73">
                  <c:v>1.5940000000000001</c:v>
                </c:pt>
                <c:pt idx="74">
                  <c:v>1.573</c:v>
                </c:pt>
                <c:pt idx="75">
                  <c:v>1.5509999999999999</c:v>
                </c:pt>
                <c:pt idx="76">
                  <c:v>1.53</c:v>
                </c:pt>
                <c:pt idx="77">
                  <c:v>1.5069999999999999</c:v>
                </c:pt>
                <c:pt idx="78">
                  <c:v>1.484</c:v>
                </c:pt>
                <c:pt idx="79">
                  <c:v>1.4630000000000001</c:v>
                </c:pt>
                <c:pt idx="80">
                  <c:v>1.4430000000000001</c:v>
                </c:pt>
                <c:pt idx="81">
                  <c:v>1.419</c:v>
                </c:pt>
                <c:pt idx="82">
                  <c:v>1.3919999999999999</c:v>
                </c:pt>
                <c:pt idx="83">
                  <c:v>1.3660000000000001</c:v>
                </c:pt>
                <c:pt idx="84">
                  <c:v>1.343</c:v>
                </c:pt>
                <c:pt idx="85">
                  <c:v>1.3160000000000001</c:v>
                </c:pt>
                <c:pt idx="86">
                  <c:v>1.2909999999999999</c:v>
                </c:pt>
                <c:pt idx="87">
                  <c:v>1.2649999999999999</c:v>
                </c:pt>
                <c:pt idx="88">
                  <c:v>1.24</c:v>
                </c:pt>
                <c:pt idx="89">
                  <c:v>1.2130000000000001</c:v>
                </c:pt>
                <c:pt idx="90">
                  <c:v>1.1850000000000001</c:v>
                </c:pt>
                <c:pt idx="91">
                  <c:v>1.1559999999999999</c:v>
                </c:pt>
                <c:pt idx="92">
                  <c:v>1.135</c:v>
                </c:pt>
                <c:pt idx="93">
                  <c:v>1.109</c:v>
                </c:pt>
                <c:pt idx="94">
                  <c:v>1.0820000000000001</c:v>
                </c:pt>
                <c:pt idx="95">
                  <c:v>1.0529999999999999</c:v>
                </c:pt>
                <c:pt idx="96">
                  <c:v>1.024</c:v>
                </c:pt>
                <c:pt idx="97">
                  <c:v>0.997</c:v>
                </c:pt>
                <c:pt idx="98">
                  <c:v>0.97099999999999997</c:v>
                </c:pt>
                <c:pt idx="99">
                  <c:v>0.94099999999999995</c:v>
                </c:pt>
                <c:pt idx="100">
                  <c:v>0.91700000000000004</c:v>
                </c:pt>
                <c:pt idx="101">
                  <c:v>0.89</c:v>
                </c:pt>
                <c:pt idx="102">
                  <c:v>0.86099999999999999</c:v>
                </c:pt>
                <c:pt idx="103">
                  <c:v>0.83699999999999997</c:v>
                </c:pt>
                <c:pt idx="104">
                  <c:v>0.81399999999999995</c:v>
                </c:pt>
                <c:pt idx="105">
                  <c:v>0.78600000000000003</c:v>
                </c:pt>
                <c:pt idx="106">
                  <c:v>0.75900000000000001</c:v>
                </c:pt>
                <c:pt idx="107">
                  <c:v>0.73299999999999998</c:v>
                </c:pt>
                <c:pt idx="108">
                  <c:v>0.70699999999999996</c:v>
                </c:pt>
                <c:pt idx="109">
                  <c:v>0.68100000000000005</c:v>
                </c:pt>
                <c:pt idx="110">
                  <c:v>0.65500000000000003</c:v>
                </c:pt>
                <c:pt idx="111">
                  <c:v>0.63300000000000001</c:v>
                </c:pt>
                <c:pt idx="112">
                  <c:v>0.61</c:v>
                </c:pt>
                <c:pt idx="113">
                  <c:v>0.58399999999999996</c:v>
                </c:pt>
                <c:pt idx="114">
                  <c:v>0.56399999999999995</c:v>
                </c:pt>
                <c:pt idx="115">
                  <c:v>0.54200000000000004</c:v>
                </c:pt>
                <c:pt idx="116">
                  <c:v>0.51900000000000002</c:v>
                </c:pt>
                <c:pt idx="117">
                  <c:v>0.5</c:v>
                </c:pt>
                <c:pt idx="118">
                  <c:v>0.47899999999999998</c:v>
                </c:pt>
                <c:pt idx="119">
                  <c:v>0.45700000000000002</c:v>
                </c:pt>
                <c:pt idx="120">
                  <c:v>0.436</c:v>
                </c:pt>
                <c:pt idx="121">
                  <c:v>0.41599999999999998</c:v>
                </c:pt>
                <c:pt idx="122">
                  <c:v>0.39800000000000002</c:v>
                </c:pt>
                <c:pt idx="123">
                  <c:v>0.38</c:v>
                </c:pt>
                <c:pt idx="124">
                  <c:v>0.36199999999999999</c:v>
                </c:pt>
                <c:pt idx="125">
                  <c:v>0.34599999999999997</c:v>
                </c:pt>
                <c:pt idx="126">
                  <c:v>0.32900000000000001</c:v>
                </c:pt>
                <c:pt idx="127">
                  <c:v>0.313</c:v>
                </c:pt>
                <c:pt idx="128">
                  <c:v>0.29799999999999999</c:v>
                </c:pt>
                <c:pt idx="129">
                  <c:v>0.28299999999999997</c:v>
                </c:pt>
                <c:pt idx="130">
                  <c:v>0.26700000000000002</c:v>
                </c:pt>
                <c:pt idx="131">
                  <c:v>0.253</c:v>
                </c:pt>
                <c:pt idx="132">
                  <c:v>0.24</c:v>
                </c:pt>
                <c:pt idx="133">
                  <c:v>0.22700000000000001</c:v>
                </c:pt>
                <c:pt idx="134">
                  <c:v>0.214</c:v>
                </c:pt>
                <c:pt idx="135">
                  <c:v>0.20200000000000001</c:v>
                </c:pt>
                <c:pt idx="136">
                  <c:v>0.191</c:v>
                </c:pt>
                <c:pt idx="137">
                  <c:v>0.18099999999999999</c:v>
                </c:pt>
                <c:pt idx="138">
                  <c:v>0.16900000000000001</c:v>
                </c:pt>
                <c:pt idx="139">
                  <c:v>0.16</c:v>
                </c:pt>
                <c:pt idx="140">
                  <c:v>0.15</c:v>
                </c:pt>
                <c:pt idx="141">
                  <c:v>0.14099999999999999</c:v>
                </c:pt>
                <c:pt idx="142">
                  <c:v>0.13200000000000001</c:v>
                </c:pt>
                <c:pt idx="143">
                  <c:v>0.125</c:v>
                </c:pt>
                <c:pt idx="144">
                  <c:v>0.11600000000000001</c:v>
                </c:pt>
                <c:pt idx="145">
                  <c:v>0.109</c:v>
                </c:pt>
                <c:pt idx="146">
                  <c:v>0.10199999999999999</c:v>
                </c:pt>
                <c:pt idx="147">
                  <c:v>9.6000000000000002E-2</c:v>
                </c:pt>
                <c:pt idx="148">
                  <c:v>9.0999999999999998E-2</c:v>
                </c:pt>
                <c:pt idx="149">
                  <c:v>8.5000000000000006E-2</c:v>
                </c:pt>
                <c:pt idx="150">
                  <c:v>7.9000000000000001E-2</c:v>
                </c:pt>
                <c:pt idx="151">
                  <c:v>7.3999999999999996E-2</c:v>
                </c:pt>
                <c:pt idx="152">
                  <c:v>6.9000000000000006E-2</c:v>
                </c:pt>
                <c:pt idx="153">
                  <c:v>6.4000000000000001E-2</c:v>
                </c:pt>
                <c:pt idx="154">
                  <c:v>0.06</c:v>
                </c:pt>
                <c:pt idx="155">
                  <c:v>5.7000000000000002E-2</c:v>
                </c:pt>
                <c:pt idx="156">
                  <c:v>5.3999999999999999E-2</c:v>
                </c:pt>
                <c:pt idx="157">
                  <c:v>0.05</c:v>
                </c:pt>
                <c:pt idx="158">
                  <c:v>4.7E-2</c:v>
                </c:pt>
                <c:pt idx="159">
                  <c:v>4.3999999999999997E-2</c:v>
                </c:pt>
                <c:pt idx="160">
                  <c:v>4.1000000000000002E-2</c:v>
                </c:pt>
                <c:pt idx="161">
                  <c:v>3.9E-2</c:v>
                </c:pt>
                <c:pt idx="162">
                  <c:v>3.5999999999999997E-2</c:v>
                </c:pt>
                <c:pt idx="163">
                  <c:v>3.4000000000000002E-2</c:v>
                </c:pt>
                <c:pt idx="164">
                  <c:v>3.2000000000000001E-2</c:v>
                </c:pt>
                <c:pt idx="165">
                  <c:v>0.03</c:v>
                </c:pt>
                <c:pt idx="166">
                  <c:v>2.8000000000000001E-2</c:v>
                </c:pt>
                <c:pt idx="167">
                  <c:v>2.7E-2</c:v>
                </c:pt>
                <c:pt idx="168">
                  <c:v>2.5000000000000001E-2</c:v>
                </c:pt>
                <c:pt idx="169">
                  <c:v>2.3E-2</c:v>
                </c:pt>
                <c:pt idx="170">
                  <c:v>2.3E-2</c:v>
                </c:pt>
                <c:pt idx="171">
                  <c:v>2.1000000000000001E-2</c:v>
                </c:pt>
                <c:pt idx="172">
                  <c:v>0.02</c:v>
                </c:pt>
                <c:pt idx="173">
                  <c:v>0.02</c:v>
                </c:pt>
                <c:pt idx="174">
                  <c:v>1.7999999999999999E-2</c:v>
                </c:pt>
                <c:pt idx="175">
                  <c:v>1.7000000000000001E-2</c:v>
                </c:pt>
                <c:pt idx="176">
                  <c:v>1.7000000000000001E-2</c:v>
                </c:pt>
                <c:pt idx="177">
                  <c:v>1.6E-2</c:v>
                </c:pt>
                <c:pt idx="178">
                  <c:v>1.6E-2</c:v>
                </c:pt>
                <c:pt idx="179">
                  <c:v>1.4999999999999999E-2</c:v>
                </c:pt>
                <c:pt idx="180">
                  <c:v>1.4999999999999999E-2</c:v>
                </c:pt>
                <c:pt idx="181">
                  <c:v>1.4E-2</c:v>
                </c:pt>
                <c:pt idx="182">
                  <c:v>1.4E-2</c:v>
                </c:pt>
                <c:pt idx="183">
                  <c:v>1.2999999999999999E-2</c:v>
                </c:pt>
                <c:pt idx="184">
                  <c:v>1.2999999999999999E-2</c:v>
                </c:pt>
                <c:pt idx="185">
                  <c:v>1.2E-2</c:v>
                </c:pt>
                <c:pt idx="186">
                  <c:v>1.2E-2</c:v>
                </c:pt>
                <c:pt idx="187">
                  <c:v>1.0999999999999999E-2</c:v>
                </c:pt>
                <c:pt idx="188">
                  <c:v>1.0999999999999999E-2</c:v>
                </c:pt>
                <c:pt idx="189">
                  <c:v>1.0999999999999999E-2</c:v>
                </c:pt>
                <c:pt idx="190">
                  <c:v>0.01</c:v>
                </c:pt>
                <c:pt idx="191">
                  <c:v>0.01</c:v>
                </c:pt>
                <c:pt idx="192">
                  <c:v>1.0999999999999999E-2</c:v>
                </c:pt>
                <c:pt idx="193">
                  <c:v>0.01</c:v>
                </c:pt>
                <c:pt idx="194">
                  <c:v>0.01</c:v>
                </c:pt>
                <c:pt idx="195">
                  <c:v>0.01</c:v>
                </c:pt>
                <c:pt idx="196">
                  <c:v>8.9999999999999993E-3</c:v>
                </c:pt>
                <c:pt idx="197">
                  <c:v>8.9999999999999993E-3</c:v>
                </c:pt>
                <c:pt idx="198">
                  <c:v>0.01</c:v>
                </c:pt>
                <c:pt idx="199">
                  <c:v>8.9999999999999993E-3</c:v>
                </c:pt>
                <c:pt idx="200">
                  <c:v>8.9999999999999993E-3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4C0D-4C6A-9231-EE91F126FB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4653311"/>
        <c:axId val="354648031"/>
      </c:scatterChart>
      <c:valAx>
        <c:axId val="354653311"/>
        <c:scaling>
          <c:orientation val="minMax"/>
          <c:max val="650"/>
          <c:min val="45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419" b="1" noProof="0" dirty="0"/>
                  <a:t>Longitud</a:t>
                </a:r>
                <a:r>
                  <a:rPr lang="es-419" b="1" baseline="0" noProof="0" dirty="0"/>
                  <a:t> de Onda[nm]</a:t>
                </a:r>
                <a:endParaRPr lang="es-419" b="1" noProof="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419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354648031"/>
        <c:crosses val="autoZero"/>
        <c:crossBetween val="midCat"/>
      </c:valAx>
      <c:valAx>
        <c:axId val="3546480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419" sz="1000" b="1" i="0" u="none" strike="noStrike" kern="1200" baseline="0" noProof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Absorbancia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35465331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419" noProof="0" dirty="0" err="1"/>
              <a:t>Concentracion</a:t>
            </a:r>
            <a:r>
              <a:rPr lang="es-419" noProof="0" dirty="0"/>
              <a:t> vs Absorbancia Promedio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450nm</c:v>
          </c:tx>
          <c:spPr>
            <a:ln w="19050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PromedioReplicas!$K$54:$K$59</c:f>
                <c:numCache>
                  <c:formatCode>General</c:formatCode>
                  <c:ptCount val="6"/>
                  <c:pt idx="0">
                    <c:v>0</c:v>
                  </c:pt>
                  <c:pt idx="1">
                    <c:v>1.2688726062347439E-2</c:v>
                  </c:pt>
                  <c:pt idx="2">
                    <c:v>5.7372457118246515E-3</c:v>
                  </c:pt>
                  <c:pt idx="3">
                    <c:v>2.1677323344877219E-2</c:v>
                  </c:pt>
                  <c:pt idx="4">
                    <c:v>1.8382191475794712E-2</c:v>
                  </c:pt>
                  <c:pt idx="5">
                    <c:v>1.6163348610202459E-2</c:v>
                  </c:pt>
                </c:numCache>
              </c:numRef>
            </c:plus>
            <c:minus>
              <c:numRef>
                <c:f>PromedioReplicas!$K$54:$K$59</c:f>
                <c:numCache>
                  <c:formatCode>General</c:formatCode>
                  <c:ptCount val="6"/>
                  <c:pt idx="0">
                    <c:v>0</c:v>
                  </c:pt>
                  <c:pt idx="1">
                    <c:v>1.2688726062347439E-2</c:v>
                  </c:pt>
                  <c:pt idx="2">
                    <c:v>5.7372457118246515E-3</c:v>
                  </c:pt>
                  <c:pt idx="3">
                    <c:v>2.1677323344877219E-2</c:v>
                  </c:pt>
                  <c:pt idx="4">
                    <c:v>1.8382191475794712E-2</c:v>
                  </c:pt>
                  <c:pt idx="5">
                    <c:v>1.6163348610202459E-2</c:v>
                  </c:pt>
                </c:numCache>
              </c:numRef>
            </c:minus>
            <c:spPr>
              <a:noFill/>
              <a:ln w="9525" cap="flat" cmpd="sng" algn="ctr">
                <a:solidFill>
                  <a:srgbClr val="7030A0"/>
                </a:solidFill>
                <a:round/>
              </a:ln>
              <a:effectLst/>
            </c:spPr>
          </c:errBars>
          <c:xVal>
            <c:numRef>
              <c:f>PromedioReplicas!$B$54:$B$59</c:f>
              <c:numCache>
                <c:formatCode>General</c:formatCode>
                <c:ptCount val="6"/>
                <c:pt idx="0">
                  <c:v>0</c:v>
                </c:pt>
                <c:pt idx="1">
                  <c:v>5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numCache>
            </c:numRef>
          </c:xVal>
          <c:yVal>
            <c:numRef>
              <c:f>PromedioReplicas!$C$54:$C$59</c:f>
              <c:numCache>
                <c:formatCode>0.000</c:formatCode>
                <c:ptCount val="6"/>
                <c:pt idx="0">
                  <c:v>0</c:v>
                </c:pt>
                <c:pt idx="1">
                  <c:v>4.0784809078213823E-2</c:v>
                </c:pt>
                <c:pt idx="2">
                  <c:v>0.13248442773300145</c:v>
                </c:pt>
                <c:pt idx="3">
                  <c:v>0.22367689273991145</c:v>
                </c:pt>
                <c:pt idx="4">
                  <c:v>0.27560003015156775</c:v>
                </c:pt>
                <c:pt idx="5">
                  <c:v>0.37882779146888312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FDA-44A4-B2A6-D1A4D02FE259}"/>
            </c:ext>
          </c:extLst>
        </c:ser>
        <c:ser>
          <c:idx val="1"/>
          <c:order val="1"/>
          <c:tx>
            <c:v>500nm</c:v>
          </c:tx>
          <c:spPr>
            <a:ln w="19050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PromedioReplicas!$L$54:$L$59</c:f>
                <c:numCache>
                  <c:formatCode>General</c:formatCode>
                  <c:ptCount val="6"/>
                  <c:pt idx="0">
                    <c:v>0</c:v>
                  </c:pt>
                  <c:pt idx="1">
                    <c:v>1.7178148723206246E-2</c:v>
                  </c:pt>
                  <c:pt idx="2">
                    <c:v>3.4637965877841142E-3</c:v>
                  </c:pt>
                  <c:pt idx="3">
                    <c:v>1.0605167024665071E-2</c:v>
                  </c:pt>
                  <c:pt idx="4">
                    <c:v>5.5038190954173052E-3</c:v>
                  </c:pt>
                  <c:pt idx="5">
                    <c:v>3.9589525702661494E-3</c:v>
                  </c:pt>
                </c:numCache>
              </c:numRef>
            </c:plus>
            <c:minus>
              <c:numRef>
                <c:f>PromedioReplicas!$L$54:$L$59</c:f>
                <c:numCache>
                  <c:formatCode>General</c:formatCode>
                  <c:ptCount val="6"/>
                  <c:pt idx="0">
                    <c:v>0</c:v>
                  </c:pt>
                  <c:pt idx="1">
                    <c:v>1.7178148723206246E-2</c:v>
                  </c:pt>
                  <c:pt idx="2">
                    <c:v>3.4637965877841142E-3</c:v>
                  </c:pt>
                  <c:pt idx="3">
                    <c:v>1.0605167024665071E-2</c:v>
                  </c:pt>
                  <c:pt idx="4">
                    <c:v>5.5038190954173052E-3</c:v>
                  </c:pt>
                  <c:pt idx="5">
                    <c:v>3.9589525702661494E-3</c:v>
                  </c:pt>
                </c:numCache>
              </c:numRef>
            </c:minus>
            <c:spPr>
              <a:noFill/>
              <a:ln w="9525" cap="flat" cmpd="sng" algn="ctr">
                <a:solidFill>
                  <a:srgbClr val="0070C0"/>
                </a:solidFill>
                <a:round/>
              </a:ln>
              <a:effectLst/>
            </c:spPr>
          </c:errBars>
          <c:xVal>
            <c:numRef>
              <c:f>PromedioReplicas!$B$54:$B$59</c:f>
              <c:numCache>
                <c:formatCode>General</c:formatCode>
                <c:ptCount val="6"/>
                <c:pt idx="0">
                  <c:v>0</c:v>
                </c:pt>
                <c:pt idx="1">
                  <c:v>5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numCache>
            </c:numRef>
          </c:xVal>
          <c:yVal>
            <c:numRef>
              <c:f>PromedioReplicas!$D$54:$D$59</c:f>
              <c:numCache>
                <c:formatCode>0.000</c:formatCode>
                <c:ptCount val="6"/>
                <c:pt idx="0">
                  <c:v>0</c:v>
                </c:pt>
                <c:pt idx="1">
                  <c:v>5.2038008264667202E-2</c:v>
                </c:pt>
                <c:pt idx="2">
                  <c:v>0.15614947256657347</c:v>
                </c:pt>
                <c:pt idx="3">
                  <c:v>0.27321643805995705</c:v>
                </c:pt>
                <c:pt idx="4">
                  <c:v>0.3410206448574678</c:v>
                </c:pt>
                <c:pt idx="5">
                  <c:v>0.45602036136210666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FDA-44A4-B2A6-D1A4D02FE259}"/>
            </c:ext>
          </c:extLst>
        </c:ser>
        <c:ser>
          <c:idx val="2"/>
          <c:order val="2"/>
          <c:tx>
            <c:v>550nm</c:v>
          </c:tx>
          <c:spPr>
            <a:ln w="1905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PromedioReplicas!$M$54:$M$59</c:f>
                <c:numCache>
                  <c:formatCode>General</c:formatCode>
                  <c:ptCount val="6"/>
                  <c:pt idx="0">
                    <c:v>0</c:v>
                  </c:pt>
                  <c:pt idx="1">
                    <c:v>1.2837700793583727E-2</c:v>
                  </c:pt>
                  <c:pt idx="2">
                    <c:v>3.5144520242256843E-3</c:v>
                  </c:pt>
                  <c:pt idx="3">
                    <c:v>1.4269217784665491E-2</c:v>
                  </c:pt>
                  <c:pt idx="4">
                    <c:v>1.7373203562353807E-3</c:v>
                  </c:pt>
                  <c:pt idx="5">
                    <c:v>3.4186105894460556E-3</c:v>
                  </c:pt>
                </c:numCache>
              </c:numRef>
            </c:plus>
            <c:minus>
              <c:numRef>
                <c:f>PromedioReplicas!$M$54:$M$59</c:f>
                <c:numCache>
                  <c:formatCode>General</c:formatCode>
                  <c:ptCount val="6"/>
                  <c:pt idx="0">
                    <c:v>0</c:v>
                  </c:pt>
                  <c:pt idx="1">
                    <c:v>1.2837700793583727E-2</c:v>
                  </c:pt>
                  <c:pt idx="2">
                    <c:v>3.5144520242256843E-3</c:v>
                  </c:pt>
                  <c:pt idx="3">
                    <c:v>1.4269217784665491E-2</c:v>
                  </c:pt>
                  <c:pt idx="4">
                    <c:v>1.7373203562353807E-3</c:v>
                  </c:pt>
                  <c:pt idx="5">
                    <c:v>3.4186105894460556E-3</c:v>
                  </c:pt>
                </c:numCache>
              </c:numRef>
            </c:minus>
            <c:spPr>
              <a:noFill/>
              <a:ln w="9525" cap="flat" cmpd="sng" algn="ctr">
                <a:solidFill>
                  <a:srgbClr val="00B050"/>
                </a:solidFill>
                <a:round/>
              </a:ln>
              <a:effectLst/>
            </c:spPr>
          </c:errBars>
          <c:xVal>
            <c:numRef>
              <c:f>PromedioReplicas!$B$54:$B$59</c:f>
              <c:numCache>
                <c:formatCode>General</c:formatCode>
                <c:ptCount val="6"/>
                <c:pt idx="0">
                  <c:v>0</c:v>
                </c:pt>
                <c:pt idx="1">
                  <c:v>5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numCache>
            </c:numRef>
          </c:xVal>
          <c:yVal>
            <c:numRef>
              <c:f>PromedioReplicas!$E$54:$E$59</c:f>
              <c:numCache>
                <c:formatCode>0.000</c:formatCode>
                <c:ptCount val="6"/>
                <c:pt idx="0">
                  <c:v>0</c:v>
                </c:pt>
                <c:pt idx="1">
                  <c:v>3.2302191287581661E-2</c:v>
                </c:pt>
                <c:pt idx="2">
                  <c:v>7.1716351514086063E-2</c:v>
                </c:pt>
                <c:pt idx="3">
                  <c:v>0.13573772217703597</c:v>
                </c:pt>
                <c:pt idx="4">
                  <c:v>0.1637958949136912</c:v>
                </c:pt>
                <c:pt idx="5">
                  <c:v>0.2143492972594685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FDA-44A4-B2A6-D1A4D02FE259}"/>
            </c:ext>
          </c:extLst>
        </c:ser>
        <c:ser>
          <c:idx val="3"/>
          <c:order val="3"/>
          <c:tx>
            <c:v>570nm</c:v>
          </c:tx>
          <c:spPr>
            <a:ln w="19050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PromedioReplicas!$N$54:$N$59</c:f>
                <c:numCache>
                  <c:formatCode>General</c:formatCode>
                  <c:ptCount val="6"/>
                  <c:pt idx="0">
                    <c:v>0</c:v>
                  </c:pt>
                  <c:pt idx="1">
                    <c:v>1.3822685432251928E-2</c:v>
                  </c:pt>
                  <c:pt idx="2">
                    <c:v>2.0070493635953989E-3</c:v>
                  </c:pt>
                  <c:pt idx="3">
                    <c:v>1.2839509164074572E-2</c:v>
                  </c:pt>
                  <c:pt idx="4">
                    <c:v>5.007262656426939E-3</c:v>
                  </c:pt>
                  <c:pt idx="5">
                    <c:v>4.3982455982749863E-3</c:v>
                  </c:pt>
                </c:numCache>
              </c:numRef>
            </c:plus>
            <c:minus>
              <c:numRef>
                <c:f>PromedioReplicas!$N$54:$N$60</c:f>
                <c:numCache>
                  <c:formatCode>General</c:formatCode>
                  <c:ptCount val="7"/>
                  <c:pt idx="0">
                    <c:v>0</c:v>
                  </c:pt>
                  <c:pt idx="1">
                    <c:v>1.3822685432251928E-2</c:v>
                  </c:pt>
                  <c:pt idx="2">
                    <c:v>2.0070493635953989E-3</c:v>
                  </c:pt>
                  <c:pt idx="3">
                    <c:v>1.2839509164074572E-2</c:v>
                  </c:pt>
                  <c:pt idx="4">
                    <c:v>5.007262656426939E-3</c:v>
                  </c:pt>
                  <c:pt idx="5">
                    <c:v>4.3982455982749863E-3</c:v>
                  </c:pt>
                </c:numCache>
              </c:numRef>
            </c:minus>
            <c:spPr>
              <a:noFill/>
              <a:ln w="9525" cap="flat" cmpd="sng" algn="ctr">
                <a:solidFill>
                  <a:srgbClr val="FFFF00"/>
                </a:solidFill>
                <a:round/>
              </a:ln>
              <a:effectLst/>
            </c:spPr>
          </c:errBars>
          <c:xVal>
            <c:numRef>
              <c:f>PromedioReplicas!$B$54:$B$59</c:f>
              <c:numCache>
                <c:formatCode>General</c:formatCode>
                <c:ptCount val="6"/>
                <c:pt idx="0">
                  <c:v>0</c:v>
                </c:pt>
                <c:pt idx="1">
                  <c:v>5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numCache>
            </c:numRef>
          </c:xVal>
          <c:yVal>
            <c:numRef>
              <c:f>PromedioReplicas!$F$54:$F$59</c:f>
              <c:numCache>
                <c:formatCode>0.000</c:formatCode>
                <c:ptCount val="6"/>
                <c:pt idx="0">
                  <c:v>0</c:v>
                </c:pt>
                <c:pt idx="1">
                  <c:v>3.1073806373918274E-2</c:v>
                </c:pt>
                <c:pt idx="2">
                  <c:v>3.8299283544033613E-2</c:v>
                </c:pt>
                <c:pt idx="3">
                  <c:v>8.2274733967936151E-2</c:v>
                </c:pt>
                <c:pt idx="4">
                  <c:v>9.2489077923977092E-2</c:v>
                </c:pt>
                <c:pt idx="5">
                  <c:v>0.12352253733831739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0FDA-44A4-B2A6-D1A4D02FE259}"/>
            </c:ext>
          </c:extLst>
        </c:ser>
        <c:ser>
          <c:idx val="4"/>
          <c:order val="4"/>
          <c:tx>
            <c:v>600nm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PromedioReplicas!$O$54:$O$59</c:f>
                <c:numCache>
                  <c:formatCode>General</c:formatCode>
                  <c:ptCount val="6"/>
                  <c:pt idx="0">
                    <c:v>0</c:v>
                  </c:pt>
                  <c:pt idx="1">
                    <c:v>1.0196928667911465E-2</c:v>
                  </c:pt>
                  <c:pt idx="2">
                    <c:v>8.0221732865141376E-3</c:v>
                  </c:pt>
                  <c:pt idx="3">
                    <c:v>2.0029878869136222E-2</c:v>
                  </c:pt>
                  <c:pt idx="4">
                    <c:v>1.5958967943192022E-2</c:v>
                  </c:pt>
                  <c:pt idx="5">
                    <c:v>1.5189232591961126E-2</c:v>
                  </c:pt>
                </c:numCache>
              </c:numRef>
            </c:plus>
            <c:minus>
              <c:numRef>
                <c:f>PromedioReplicas!$O$54:$O$59</c:f>
                <c:numCache>
                  <c:formatCode>General</c:formatCode>
                  <c:ptCount val="6"/>
                  <c:pt idx="0">
                    <c:v>0</c:v>
                  </c:pt>
                  <c:pt idx="1">
                    <c:v>1.0196928667911465E-2</c:v>
                  </c:pt>
                  <c:pt idx="2">
                    <c:v>8.0221732865141376E-3</c:v>
                  </c:pt>
                  <c:pt idx="3">
                    <c:v>2.0029878869136222E-2</c:v>
                  </c:pt>
                  <c:pt idx="4">
                    <c:v>1.5958967943192022E-2</c:v>
                  </c:pt>
                  <c:pt idx="5">
                    <c:v>1.5189232591961126E-2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accent2"/>
                </a:solidFill>
                <a:round/>
              </a:ln>
              <a:effectLst/>
            </c:spPr>
          </c:errBars>
          <c:xVal>
            <c:numRef>
              <c:f>PromedioReplicas!$B$54:$B$59</c:f>
              <c:numCache>
                <c:formatCode>General</c:formatCode>
                <c:ptCount val="6"/>
                <c:pt idx="0">
                  <c:v>0</c:v>
                </c:pt>
                <c:pt idx="1">
                  <c:v>5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numCache>
            </c:numRef>
          </c:xVal>
          <c:yVal>
            <c:numRef>
              <c:f>PromedioReplicas!$G$54:$G$59</c:f>
              <c:numCache>
                <c:formatCode>0.000</c:formatCode>
                <c:ptCount val="6"/>
                <c:pt idx="0">
                  <c:v>0</c:v>
                </c:pt>
                <c:pt idx="1">
                  <c:v>1.952232741566514E-2</c:v>
                </c:pt>
                <c:pt idx="2">
                  <c:v>1.3106949607183787E-2</c:v>
                </c:pt>
                <c:pt idx="3">
                  <c:v>4.4334407262324529E-2</c:v>
                </c:pt>
                <c:pt idx="4">
                  <c:v>4.13053857310667E-2</c:v>
                </c:pt>
                <c:pt idx="5">
                  <c:v>6.2410514806159598E-2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0FDA-44A4-B2A6-D1A4D02FE259}"/>
            </c:ext>
          </c:extLst>
        </c:ser>
        <c:ser>
          <c:idx val="5"/>
          <c:order val="5"/>
          <c:tx>
            <c:v>650nm</c:v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PromedioReplicas!$P$54:$P$59</c:f>
                <c:numCache>
                  <c:formatCode>General</c:formatCode>
                  <c:ptCount val="6"/>
                  <c:pt idx="0">
                    <c:v>0</c:v>
                  </c:pt>
                  <c:pt idx="1">
                    <c:v>1.2325891910436974E-2</c:v>
                  </c:pt>
                  <c:pt idx="2">
                    <c:v>8.1377024381850786E-3</c:v>
                  </c:pt>
                  <c:pt idx="3">
                    <c:v>2.197072073947192E-2</c:v>
                  </c:pt>
                  <c:pt idx="4">
                    <c:v>2.1236176794908721E-2</c:v>
                  </c:pt>
                  <c:pt idx="5">
                    <c:v>1.8778821715080267E-2</c:v>
                  </c:pt>
                </c:numCache>
              </c:numRef>
            </c:plus>
            <c:minus>
              <c:numRef>
                <c:f>PromedioReplicas!$P$54:$P$59</c:f>
                <c:numCache>
                  <c:formatCode>General</c:formatCode>
                  <c:ptCount val="6"/>
                  <c:pt idx="0">
                    <c:v>0</c:v>
                  </c:pt>
                  <c:pt idx="1">
                    <c:v>1.2325891910436974E-2</c:v>
                  </c:pt>
                  <c:pt idx="2">
                    <c:v>8.1377024381850786E-3</c:v>
                  </c:pt>
                  <c:pt idx="3">
                    <c:v>2.197072073947192E-2</c:v>
                  </c:pt>
                  <c:pt idx="4">
                    <c:v>2.1236176794908721E-2</c:v>
                  </c:pt>
                  <c:pt idx="5">
                    <c:v>1.8778821715080267E-2</c:v>
                  </c:pt>
                </c:numCache>
              </c:numRef>
            </c:minus>
            <c:spPr>
              <a:noFill/>
              <a:ln w="9525" cap="flat" cmpd="sng" algn="ctr">
                <a:solidFill>
                  <a:srgbClr val="FF0000"/>
                </a:solidFill>
                <a:round/>
              </a:ln>
              <a:effectLst/>
            </c:spPr>
          </c:errBars>
          <c:xVal>
            <c:numRef>
              <c:f>PromedioReplicas!$B$54:$B$59</c:f>
              <c:numCache>
                <c:formatCode>General</c:formatCode>
                <c:ptCount val="6"/>
                <c:pt idx="0">
                  <c:v>0</c:v>
                </c:pt>
                <c:pt idx="1">
                  <c:v>5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numCache>
            </c:numRef>
          </c:xVal>
          <c:yVal>
            <c:numRef>
              <c:f>PromedioReplicas!$H$54:$H$59</c:f>
              <c:numCache>
                <c:formatCode>0.000</c:formatCode>
                <c:ptCount val="6"/>
                <c:pt idx="0">
                  <c:v>0</c:v>
                </c:pt>
                <c:pt idx="1">
                  <c:v>2.3805489483037429E-2</c:v>
                </c:pt>
                <c:pt idx="2">
                  <c:v>2.2193120581044611E-3</c:v>
                </c:pt>
                <c:pt idx="3">
                  <c:v>3.570615164502524E-2</c:v>
                </c:pt>
                <c:pt idx="4">
                  <c:v>2.5633228252973123E-2</c:v>
                </c:pt>
                <c:pt idx="5">
                  <c:v>4.7356259807718001E-2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0FDA-44A4-B2A6-D1A4D02FE2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4653311"/>
        <c:axId val="354648031"/>
      </c:scatterChart>
      <c:valAx>
        <c:axId val="354653311"/>
        <c:scaling>
          <c:orientation val="minMax"/>
          <c:max val="6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419" noProof="0" dirty="0" err="1"/>
                  <a:t>Concentracion</a:t>
                </a:r>
                <a:r>
                  <a:rPr lang="es-419" noProof="0" dirty="0"/>
                  <a:t>[mg/L]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354648031"/>
        <c:crosses val="autoZero"/>
        <c:crossBetween val="midCat"/>
      </c:valAx>
      <c:valAx>
        <c:axId val="3546480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419" noProof="0" dirty="0"/>
                  <a:t>Absorbancia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0.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35465331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419" noProof="0" dirty="0" err="1"/>
              <a:t>Concentracion</a:t>
            </a:r>
            <a:r>
              <a:rPr lang="es-419" noProof="0" dirty="0"/>
              <a:t> vs Absorbancia Promedio 500nm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scatterChart>
        <c:scatterStyle val="lineMarker"/>
        <c:varyColors val="0"/>
        <c:ser>
          <c:idx val="1"/>
          <c:order val="0"/>
          <c:tx>
            <c:v>500nm</c:v>
          </c:tx>
          <c:spPr>
            <a:ln w="19050" cap="rnd">
              <a:solidFill>
                <a:srgbClr val="0070C0">
                  <a:alpha val="0"/>
                </a:srgbClr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rgbClr val="0070C0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CO"/>
                </a:p>
              </c:txPr>
            </c:trendlineLbl>
          </c:trendline>
          <c:errBars>
            <c:errDir val="y"/>
            <c:errBarType val="both"/>
            <c:errValType val="cust"/>
            <c:noEndCap val="0"/>
            <c:plus>
              <c:numRef>
                <c:f>PromedioReplicas!$L$54:$L$59</c:f>
                <c:numCache>
                  <c:formatCode>General</c:formatCode>
                  <c:ptCount val="6"/>
                  <c:pt idx="0">
                    <c:v>0</c:v>
                  </c:pt>
                  <c:pt idx="1">
                    <c:v>1.7178148723206246E-2</c:v>
                  </c:pt>
                  <c:pt idx="2">
                    <c:v>3.4637965877841142E-3</c:v>
                  </c:pt>
                  <c:pt idx="3">
                    <c:v>1.0605167024665071E-2</c:v>
                  </c:pt>
                  <c:pt idx="4">
                    <c:v>5.5038190954173052E-3</c:v>
                  </c:pt>
                  <c:pt idx="5">
                    <c:v>3.9589525702661494E-3</c:v>
                  </c:pt>
                </c:numCache>
              </c:numRef>
            </c:plus>
            <c:minus>
              <c:numRef>
                <c:f>PromedioReplicas!$L$54:$L$59</c:f>
                <c:numCache>
                  <c:formatCode>General</c:formatCode>
                  <c:ptCount val="6"/>
                  <c:pt idx="0">
                    <c:v>0</c:v>
                  </c:pt>
                  <c:pt idx="1">
                    <c:v>1.7178148723206246E-2</c:v>
                  </c:pt>
                  <c:pt idx="2">
                    <c:v>3.4637965877841142E-3</c:v>
                  </c:pt>
                  <c:pt idx="3">
                    <c:v>1.0605167024665071E-2</c:v>
                  </c:pt>
                  <c:pt idx="4">
                    <c:v>5.5038190954173052E-3</c:v>
                  </c:pt>
                  <c:pt idx="5">
                    <c:v>3.9589525702661494E-3</c:v>
                  </c:pt>
                </c:numCache>
              </c:numRef>
            </c:minus>
            <c:spPr>
              <a:noFill/>
              <a:ln w="9525" cap="flat" cmpd="sng" algn="ctr">
                <a:solidFill>
                  <a:srgbClr val="0070C0"/>
                </a:solidFill>
                <a:round/>
              </a:ln>
              <a:effectLst/>
            </c:spPr>
          </c:errBars>
          <c:xVal>
            <c:numRef>
              <c:f>PromedioReplicas!$B$54:$B$59</c:f>
              <c:numCache>
                <c:formatCode>General</c:formatCode>
                <c:ptCount val="6"/>
                <c:pt idx="0">
                  <c:v>0</c:v>
                </c:pt>
                <c:pt idx="1">
                  <c:v>5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numCache>
            </c:numRef>
          </c:xVal>
          <c:yVal>
            <c:numRef>
              <c:f>PromedioReplicas!$D$54:$D$59</c:f>
              <c:numCache>
                <c:formatCode>0.000</c:formatCode>
                <c:ptCount val="6"/>
                <c:pt idx="0">
                  <c:v>0</c:v>
                </c:pt>
                <c:pt idx="1">
                  <c:v>5.2038008264667202E-2</c:v>
                </c:pt>
                <c:pt idx="2">
                  <c:v>0.15614947256657347</c:v>
                </c:pt>
                <c:pt idx="3">
                  <c:v>0.27321643805995705</c:v>
                </c:pt>
                <c:pt idx="4">
                  <c:v>0.3410206448574678</c:v>
                </c:pt>
                <c:pt idx="5">
                  <c:v>0.45602036136210666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D1A-483C-A5BE-249AD65EC1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4653311"/>
        <c:axId val="354648031"/>
      </c:scatterChart>
      <c:valAx>
        <c:axId val="354653311"/>
        <c:scaling>
          <c:orientation val="minMax"/>
          <c:max val="6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419" noProof="0" dirty="0" err="1"/>
                  <a:t>Concentracion</a:t>
                </a:r>
                <a:r>
                  <a:rPr lang="es-419" noProof="0" dirty="0"/>
                  <a:t>[mg/L]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354648031"/>
        <c:crosses val="autoZero"/>
        <c:crossBetween val="midCat"/>
      </c:valAx>
      <c:valAx>
        <c:axId val="3546480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419" noProof="0" dirty="0"/>
                  <a:t>Absorbancia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0.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35465331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419" noProof="0" dirty="0" err="1"/>
              <a:t>Concentracion</a:t>
            </a:r>
            <a:r>
              <a:rPr lang="es-419" noProof="0" dirty="0"/>
              <a:t> vs Absorbancia Comercial y Medida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scatterChart>
        <c:scatterStyle val="lineMarker"/>
        <c:varyColors val="0"/>
        <c:ser>
          <c:idx val="1"/>
          <c:order val="0"/>
          <c:tx>
            <c:v>500nm</c:v>
          </c:tx>
          <c:spPr>
            <a:ln w="19050" cap="rnd">
              <a:solidFill>
                <a:srgbClr val="0070C0">
                  <a:alpha val="0"/>
                </a:srgbClr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rgbClr val="0070C0"/>
                </a:solidFill>
                <a:prstDash val="sysDot"/>
              </a:ln>
              <a:effectLst/>
            </c:spPr>
            <c:trendlineType val="linear"/>
            <c:intercept val="0"/>
            <c:dispRSqr val="1"/>
            <c:dispEq val="1"/>
            <c:trendlineLbl>
              <c:layout>
                <c:manualLayout>
                  <c:x val="5.5678803515960676E-2"/>
                  <c:y val="-7.742100196649794E-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CO"/>
                </a:p>
              </c:txPr>
            </c:trendlineLbl>
          </c:trendline>
          <c:errBars>
            <c:errDir val="y"/>
            <c:errBarType val="both"/>
            <c:errValType val="cust"/>
            <c:noEndCap val="0"/>
            <c:plus>
              <c:numRef>
                <c:f>PromedioReplicas!$L$54:$L$59</c:f>
                <c:numCache>
                  <c:formatCode>General</c:formatCode>
                  <c:ptCount val="6"/>
                  <c:pt idx="0">
                    <c:v>0</c:v>
                  </c:pt>
                  <c:pt idx="1">
                    <c:v>1.7178148723206246E-2</c:v>
                  </c:pt>
                  <c:pt idx="2">
                    <c:v>3.4637965877841142E-3</c:v>
                  </c:pt>
                  <c:pt idx="3">
                    <c:v>1.0605167024665071E-2</c:v>
                  </c:pt>
                  <c:pt idx="4">
                    <c:v>5.5038190954173052E-3</c:v>
                  </c:pt>
                  <c:pt idx="5">
                    <c:v>3.9589525702661494E-3</c:v>
                  </c:pt>
                </c:numCache>
              </c:numRef>
            </c:plus>
            <c:minus>
              <c:numRef>
                <c:f>PromedioReplicas!$L$54:$L$59</c:f>
                <c:numCache>
                  <c:formatCode>General</c:formatCode>
                  <c:ptCount val="6"/>
                  <c:pt idx="0">
                    <c:v>0</c:v>
                  </c:pt>
                  <c:pt idx="1">
                    <c:v>1.7178148723206246E-2</c:v>
                  </c:pt>
                  <c:pt idx="2">
                    <c:v>3.4637965877841142E-3</c:v>
                  </c:pt>
                  <c:pt idx="3">
                    <c:v>1.0605167024665071E-2</c:v>
                  </c:pt>
                  <c:pt idx="4">
                    <c:v>5.5038190954173052E-3</c:v>
                  </c:pt>
                  <c:pt idx="5">
                    <c:v>3.9589525702661494E-3</c:v>
                  </c:pt>
                </c:numCache>
              </c:numRef>
            </c:minus>
            <c:spPr>
              <a:noFill/>
              <a:ln w="9525" cap="flat" cmpd="sng" algn="ctr">
                <a:solidFill>
                  <a:srgbClr val="0070C0"/>
                </a:solidFill>
                <a:round/>
              </a:ln>
              <a:effectLst/>
            </c:spPr>
          </c:errBars>
          <c:xVal>
            <c:numRef>
              <c:f>PromedioReplicas!$B$54:$B$59</c:f>
              <c:numCache>
                <c:formatCode>General</c:formatCode>
                <c:ptCount val="6"/>
                <c:pt idx="0">
                  <c:v>0</c:v>
                </c:pt>
                <c:pt idx="1">
                  <c:v>5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numCache>
            </c:numRef>
          </c:xVal>
          <c:yVal>
            <c:numRef>
              <c:f>PromedioReplicas!$D$54:$D$59</c:f>
              <c:numCache>
                <c:formatCode>0.000</c:formatCode>
                <c:ptCount val="6"/>
                <c:pt idx="0">
                  <c:v>0</c:v>
                </c:pt>
                <c:pt idx="1">
                  <c:v>5.2038008264667202E-2</c:v>
                </c:pt>
                <c:pt idx="2">
                  <c:v>0.15614947256657347</c:v>
                </c:pt>
                <c:pt idx="3">
                  <c:v>0.27321643805995705</c:v>
                </c:pt>
                <c:pt idx="4">
                  <c:v>0.3410206448574678</c:v>
                </c:pt>
                <c:pt idx="5">
                  <c:v>0.45602036136210666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D25-44F0-9CA6-B75AA42C10FF}"/>
            </c:ext>
          </c:extLst>
        </c:ser>
        <c:ser>
          <c:idx val="0"/>
          <c:order val="1"/>
          <c:tx>
            <c:v>Comercial</c:v>
          </c:tx>
          <c:spPr>
            <a:ln w="19050" cap="rnd">
              <a:solidFill>
                <a:srgbClr val="FFC000">
                  <a:alpha val="0"/>
                </a:srgbClr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rgbClr val="FFC000"/>
                </a:solidFill>
                <a:prstDash val="sysDot"/>
              </a:ln>
              <a:effectLst/>
            </c:spPr>
            <c:trendlineType val="linear"/>
            <c:intercept val="0"/>
            <c:dispRSqr val="1"/>
            <c:dispEq val="1"/>
            <c:trendlineLbl>
              <c:layout>
                <c:manualLayout>
                  <c:x val="-4.0548087506431421E-2"/>
                  <c:y val="-1.2194927456984543E-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CO"/>
                </a:p>
              </c:txPr>
            </c:trendlineLbl>
          </c:trendline>
          <c:errBars>
            <c:errDir val="y"/>
            <c:errBarType val="both"/>
            <c:errValType val="cust"/>
            <c:noEndCap val="0"/>
            <c:plus>
              <c:numRef>
                <c:f>PromedioReplicas!$P$4:$P$9</c:f>
                <c:numCache>
                  <c:formatCode>General</c:formatCode>
                  <c:ptCount val="6"/>
                  <c:pt idx="0">
                    <c:v>0</c:v>
                  </c:pt>
                  <c:pt idx="1">
                    <c:v>4.0824829046386341E-4</c:v>
                  </c:pt>
                  <c:pt idx="2">
                    <c:v>2.6562295750848738E-3</c:v>
                  </c:pt>
                  <c:pt idx="3">
                    <c:v>2.5927248643507028E-3</c:v>
                  </c:pt>
                  <c:pt idx="4">
                    <c:v>4.6007245806141033E-3</c:v>
                  </c:pt>
                  <c:pt idx="5">
                    <c:v>7.778174593051951E-3</c:v>
                  </c:pt>
                </c:numCache>
              </c:numRef>
            </c:plus>
            <c:minus>
              <c:numRef>
                <c:f>PromedioReplicas!$P$4:$P$9</c:f>
                <c:numCache>
                  <c:formatCode>General</c:formatCode>
                  <c:ptCount val="6"/>
                  <c:pt idx="0">
                    <c:v>0</c:v>
                  </c:pt>
                  <c:pt idx="1">
                    <c:v>4.0824829046386341E-4</c:v>
                  </c:pt>
                  <c:pt idx="2">
                    <c:v>2.6562295750848738E-3</c:v>
                  </c:pt>
                  <c:pt idx="3">
                    <c:v>2.5927248643507028E-3</c:v>
                  </c:pt>
                  <c:pt idx="4">
                    <c:v>4.6007245806141033E-3</c:v>
                  </c:pt>
                  <c:pt idx="5">
                    <c:v>7.778174593051951E-3</c:v>
                  </c:pt>
                </c:numCache>
              </c:numRef>
            </c:minus>
            <c:spPr>
              <a:noFill/>
              <a:ln w="9525" cap="flat" cmpd="sng" algn="ctr">
                <a:solidFill>
                  <a:srgbClr val="FFC000"/>
                </a:solidFill>
                <a:round/>
              </a:ln>
              <a:effectLst/>
            </c:spPr>
          </c:errBars>
          <c:xVal>
            <c:numRef>
              <c:f>PromedioReplicas!$J$4:$J$9</c:f>
              <c:numCache>
                <c:formatCode>General</c:formatCode>
                <c:ptCount val="6"/>
                <c:pt idx="0">
                  <c:v>0</c:v>
                </c:pt>
                <c:pt idx="1">
                  <c:v>5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numCache>
            </c:numRef>
          </c:xVal>
          <c:yVal>
            <c:numRef>
              <c:f>PromedioReplicas!$N$4:$N$9</c:f>
              <c:numCache>
                <c:formatCode>0.000</c:formatCode>
                <c:ptCount val="6"/>
                <c:pt idx="0">
                  <c:v>0</c:v>
                </c:pt>
                <c:pt idx="1">
                  <c:v>0.13900000000000001</c:v>
                </c:pt>
                <c:pt idx="2">
                  <c:v>0.78733333333333333</c:v>
                </c:pt>
                <c:pt idx="3">
                  <c:v>1.2113333333333334</c:v>
                </c:pt>
                <c:pt idx="4">
                  <c:v>1.5810000000000002</c:v>
                </c:pt>
                <c:pt idx="5">
                  <c:v>1.9909999999999999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FD25-44F0-9CA6-B75AA42C10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4653311"/>
        <c:axId val="354648031"/>
      </c:scatterChart>
      <c:valAx>
        <c:axId val="354653311"/>
        <c:scaling>
          <c:orientation val="minMax"/>
          <c:max val="6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419" noProof="0" dirty="0" err="1"/>
                  <a:t>Concentracion</a:t>
                </a:r>
                <a:r>
                  <a:rPr lang="es-419" noProof="0" dirty="0"/>
                  <a:t>[mg/L]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354648031"/>
        <c:crosses val="autoZero"/>
        <c:crossBetween val="midCat"/>
      </c:valAx>
      <c:valAx>
        <c:axId val="3546480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419" noProof="0" dirty="0"/>
                  <a:t>Absorbancia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0.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35465331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1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419" noProof="0" dirty="0"/>
              <a:t>Longitud de Onda vs Absorbancia Promedio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5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PromedioReplicas!$K$49:$P$49</c:f>
              <c:numCache>
                <c:formatCode>0</c:formatCode>
                <c:ptCount val="6"/>
                <c:pt idx="0">
                  <c:v>450</c:v>
                </c:pt>
                <c:pt idx="1">
                  <c:v>500</c:v>
                </c:pt>
                <c:pt idx="2">
                  <c:v>550</c:v>
                </c:pt>
                <c:pt idx="3">
                  <c:v>570</c:v>
                </c:pt>
                <c:pt idx="4">
                  <c:v>600</c:v>
                </c:pt>
                <c:pt idx="5">
                  <c:v>650</c:v>
                </c:pt>
              </c:numCache>
            </c:numRef>
          </c:xVal>
          <c:yVal>
            <c:numRef>
              <c:f>PromedioReplicas!$C$55:$H$55</c:f>
              <c:numCache>
                <c:formatCode>0.000</c:formatCode>
                <c:ptCount val="6"/>
                <c:pt idx="0">
                  <c:v>4.0784809078213823E-2</c:v>
                </c:pt>
                <c:pt idx="1">
                  <c:v>5.2038008264667202E-2</c:v>
                </c:pt>
                <c:pt idx="2">
                  <c:v>3.2302191287581661E-2</c:v>
                </c:pt>
                <c:pt idx="3">
                  <c:v>3.1073806373918274E-2</c:v>
                </c:pt>
                <c:pt idx="4">
                  <c:v>1.952232741566514E-2</c:v>
                </c:pt>
                <c:pt idx="5">
                  <c:v>2.3805489483037429E-2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96D-4FA5-A581-292607891458}"/>
            </c:ext>
          </c:extLst>
        </c:ser>
        <c:ser>
          <c:idx val="2"/>
          <c:order val="1"/>
          <c:tx>
            <c:v>20</c:v>
          </c:tx>
          <c:spPr>
            <a:ln w="19050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xVal>
            <c:numRef>
              <c:f>PromedioReplicas!$K$49:$P$49</c:f>
              <c:numCache>
                <c:formatCode>0</c:formatCode>
                <c:ptCount val="6"/>
                <c:pt idx="0">
                  <c:v>450</c:v>
                </c:pt>
                <c:pt idx="1">
                  <c:v>500</c:v>
                </c:pt>
                <c:pt idx="2">
                  <c:v>550</c:v>
                </c:pt>
                <c:pt idx="3">
                  <c:v>570</c:v>
                </c:pt>
                <c:pt idx="4">
                  <c:v>600</c:v>
                </c:pt>
                <c:pt idx="5">
                  <c:v>650</c:v>
                </c:pt>
              </c:numCache>
            </c:numRef>
          </c:xVal>
          <c:yVal>
            <c:numRef>
              <c:f>PromedioReplicas!$C$56:$H$56</c:f>
              <c:numCache>
                <c:formatCode>0.000</c:formatCode>
                <c:ptCount val="6"/>
                <c:pt idx="0">
                  <c:v>0.13248442773300145</c:v>
                </c:pt>
                <c:pt idx="1">
                  <c:v>0.15614947256657347</c:v>
                </c:pt>
                <c:pt idx="2">
                  <c:v>7.1716351514086063E-2</c:v>
                </c:pt>
                <c:pt idx="3">
                  <c:v>3.8299283544033613E-2</c:v>
                </c:pt>
                <c:pt idx="4">
                  <c:v>1.3106949607183787E-2</c:v>
                </c:pt>
                <c:pt idx="5">
                  <c:v>2.2193120581044611E-3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96D-4FA5-A581-292607891458}"/>
            </c:ext>
          </c:extLst>
        </c:ser>
        <c:ser>
          <c:idx val="3"/>
          <c:order val="2"/>
          <c:tx>
            <c:v>30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PromedioReplicas!$K$49:$P$49</c:f>
              <c:numCache>
                <c:formatCode>0</c:formatCode>
                <c:ptCount val="6"/>
                <c:pt idx="0">
                  <c:v>450</c:v>
                </c:pt>
                <c:pt idx="1">
                  <c:v>500</c:v>
                </c:pt>
                <c:pt idx="2">
                  <c:v>550</c:v>
                </c:pt>
                <c:pt idx="3">
                  <c:v>570</c:v>
                </c:pt>
                <c:pt idx="4">
                  <c:v>600</c:v>
                </c:pt>
                <c:pt idx="5">
                  <c:v>650</c:v>
                </c:pt>
              </c:numCache>
            </c:numRef>
          </c:xVal>
          <c:yVal>
            <c:numRef>
              <c:f>PromedioReplicas!$C$57:$H$57</c:f>
              <c:numCache>
                <c:formatCode>0.000</c:formatCode>
                <c:ptCount val="6"/>
                <c:pt idx="0">
                  <c:v>0.22367689273991145</c:v>
                </c:pt>
                <c:pt idx="1">
                  <c:v>0.27321643805995705</c:v>
                </c:pt>
                <c:pt idx="2">
                  <c:v>0.13573772217703597</c:v>
                </c:pt>
                <c:pt idx="3">
                  <c:v>8.2274733967936151E-2</c:v>
                </c:pt>
                <c:pt idx="4">
                  <c:v>4.4334407262324529E-2</c:v>
                </c:pt>
                <c:pt idx="5">
                  <c:v>3.570615164502524E-2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096D-4FA5-A581-292607891458}"/>
            </c:ext>
          </c:extLst>
        </c:ser>
        <c:ser>
          <c:idx val="4"/>
          <c:order val="3"/>
          <c:tx>
            <c:v>40</c:v>
          </c:tx>
          <c:spPr>
            <a:ln w="1905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xVal>
            <c:numRef>
              <c:f>PromedioReplicas!$K$49:$P$49</c:f>
              <c:numCache>
                <c:formatCode>0</c:formatCode>
                <c:ptCount val="6"/>
                <c:pt idx="0">
                  <c:v>450</c:v>
                </c:pt>
                <c:pt idx="1">
                  <c:v>500</c:v>
                </c:pt>
                <c:pt idx="2">
                  <c:v>550</c:v>
                </c:pt>
                <c:pt idx="3">
                  <c:v>570</c:v>
                </c:pt>
                <c:pt idx="4">
                  <c:v>600</c:v>
                </c:pt>
                <c:pt idx="5">
                  <c:v>650</c:v>
                </c:pt>
              </c:numCache>
            </c:numRef>
          </c:xVal>
          <c:yVal>
            <c:numRef>
              <c:f>PromedioReplicas!$C$58:$H$58</c:f>
              <c:numCache>
                <c:formatCode>0.000</c:formatCode>
                <c:ptCount val="6"/>
                <c:pt idx="0">
                  <c:v>0.27560003015156775</c:v>
                </c:pt>
                <c:pt idx="1">
                  <c:v>0.3410206448574678</c:v>
                </c:pt>
                <c:pt idx="2">
                  <c:v>0.1637958949136912</c:v>
                </c:pt>
                <c:pt idx="3">
                  <c:v>9.2489077923977092E-2</c:v>
                </c:pt>
                <c:pt idx="4">
                  <c:v>4.13053857310667E-2</c:v>
                </c:pt>
                <c:pt idx="5">
                  <c:v>2.5633228252973123E-2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096D-4FA5-A581-292607891458}"/>
            </c:ext>
          </c:extLst>
        </c:ser>
        <c:ser>
          <c:idx val="5"/>
          <c:order val="4"/>
          <c:tx>
            <c:v>50</c:v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xVal>
            <c:numRef>
              <c:f>PromedioReplicas!$K$49:$P$49</c:f>
              <c:numCache>
                <c:formatCode>0</c:formatCode>
                <c:ptCount val="6"/>
                <c:pt idx="0">
                  <c:v>450</c:v>
                </c:pt>
                <c:pt idx="1">
                  <c:v>500</c:v>
                </c:pt>
                <c:pt idx="2">
                  <c:v>550</c:v>
                </c:pt>
                <c:pt idx="3">
                  <c:v>570</c:v>
                </c:pt>
                <c:pt idx="4">
                  <c:v>600</c:v>
                </c:pt>
                <c:pt idx="5">
                  <c:v>650</c:v>
                </c:pt>
              </c:numCache>
            </c:numRef>
          </c:xVal>
          <c:yVal>
            <c:numRef>
              <c:f>PromedioReplicas!$C$59:$H$59</c:f>
              <c:numCache>
                <c:formatCode>0.000</c:formatCode>
                <c:ptCount val="6"/>
                <c:pt idx="0">
                  <c:v>0.37882779146888312</c:v>
                </c:pt>
                <c:pt idx="1">
                  <c:v>0.45602036136210666</c:v>
                </c:pt>
                <c:pt idx="2">
                  <c:v>0.2143492972594685</c:v>
                </c:pt>
                <c:pt idx="3">
                  <c:v>0.12352253733831739</c:v>
                </c:pt>
                <c:pt idx="4">
                  <c:v>6.2410514806159598E-2</c:v>
                </c:pt>
                <c:pt idx="5">
                  <c:v>4.7356259807718001E-2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096D-4FA5-A581-2926078914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4653311"/>
        <c:axId val="354648031"/>
      </c:scatterChart>
      <c:valAx>
        <c:axId val="354653311"/>
        <c:scaling>
          <c:orientation val="minMax"/>
          <c:max val="650"/>
          <c:min val="45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419" noProof="0" dirty="0"/>
                  <a:t>Longitud</a:t>
                </a:r>
                <a:r>
                  <a:rPr lang="es-419" baseline="0" noProof="0" dirty="0"/>
                  <a:t> de Onda[nm]</a:t>
                </a:r>
                <a:endParaRPr lang="es-419" noProof="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419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354648031"/>
        <c:crosses val="autoZero"/>
        <c:crossBetween val="midCat"/>
      </c:valAx>
      <c:valAx>
        <c:axId val="3546480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419" noProof="0" dirty="0"/>
                  <a:t>Absorbancia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0.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35465331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419" noProof="0" dirty="0" err="1"/>
              <a:t>Concentracion</a:t>
            </a:r>
            <a:r>
              <a:rPr lang="es-419" noProof="0" dirty="0"/>
              <a:t> vs Absorbancia Comercial y Medida Ajustada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scatterChart>
        <c:scatterStyle val="lineMarker"/>
        <c:varyColors val="0"/>
        <c:ser>
          <c:idx val="1"/>
          <c:order val="0"/>
          <c:tx>
            <c:v>500nm Ajustado</c:v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rgbClr val="0070C0"/>
                </a:solidFill>
                <a:prstDash val="sysDot"/>
              </a:ln>
              <a:effectLst/>
            </c:spPr>
            <c:trendlineType val="linear"/>
            <c:intercept val="0"/>
            <c:dispRSqr val="1"/>
            <c:dispEq val="1"/>
            <c:trendlineLbl>
              <c:layout>
                <c:manualLayout>
                  <c:x val="0.18026455410334608"/>
                  <c:y val="0.14865248965581584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CO"/>
                </a:p>
              </c:txPr>
            </c:trendlineLbl>
          </c:trendline>
          <c:errBars>
            <c:errDir val="y"/>
            <c:errBarType val="both"/>
            <c:errValType val="cust"/>
            <c:noEndCap val="0"/>
            <c:plus>
              <c:numRef>
                <c:f>PromedioReplicas!$L$54:$L$59</c:f>
                <c:numCache>
                  <c:formatCode>General</c:formatCode>
                  <c:ptCount val="6"/>
                  <c:pt idx="0">
                    <c:v>0</c:v>
                  </c:pt>
                  <c:pt idx="1">
                    <c:v>1.7178148723206246E-2</c:v>
                  </c:pt>
                  <c:pt idx="2">
                    <c:v>3.4637965877841142E-3</c:v>
                  </c:pt>
                  <c:pt idx="3">
                    <c:v>1.0605167024665071E-2</c:v>
                  </c:pt>
                  <c:pt idx="4">
                    <c:v>5.5038190954173052E-3</c:v>
                  </c:pt>
                  <c:pt idx="5">
                    <c:v>3.9589525702661494E-3</c:v>
                  </c:pt>
                </c:numCache>
              </c:numRef>
            </c:plus>
            <c:minus>
              <c:numRef>
                <c:f>PromedioReplicas!$L$54:$L$59</c:f>
                <c:numCache>
                  <c:formatCode>General</c:formatCode>
                  <c:ptCount val="6"/>
                  <c:pt idx="0">
                    <c:v>0</c:v>
                  </c:pt>
                  <c:pt idx="1">
                    <c:v>1.7178148723206246E-2</c:v>
                  </c:pt>
                  <c:pt idx="2">
                    <c:v>3.4637965877841142E-3</c:v>
                  </c:pt>
                  <c:pt idx="3">
                    <c:v>1.0605167024665071E-2</c:v>
                  </c:pt>
                  <c:pt idx="4">
                    <c:v>5.5038190954173052E-3</c:v>
                  </c:pt>
                  <c:pt idx="5">
                    <c:v>3.9589525702661494E-3</c:v>
                  </c:pt>
                </c:numCache>
              </c:numRef>
            </c:minus>
            <c:spPr>
              <a:noFill/>
              <a:ln w="9525" cap="flat" cmpd="sng" algn="ctr">
                <a:solidFill>
                  <a:srgbClr val="0070C0"/>
                </a:solidFill>
                <a:round/>
              </a:ln>
              <a:effectLst/>
            </c:spPr>
          </c:errBars>
          <c:xVal>
            <c:numRef>
              <c:f>PromedioReplicas!$B$54:$B$59</c:f>
              <c:numCache>
                <c:formatCode>General</c:formatCode>
                <c:ptCount val="6"/>
                <c:pt idx="0">
                  <c:v>0</c:v>
                </c:pt>
                <c:pt idx="1">
                  <c:v>5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numCache>
            </c:numRef>
          </c:xVal>
          <c:yVal>
            <c:numRef>
              <c:f>PromedioReplicas!$T$54:$T$59</c:f>
              <c:numCache>
                <c:formatCode>0.000</c:formatCode>
                <c:ptCount val="6"/>
                <c:pt idx="0">
                  <c:v>0</c:v>
                </c:pt>
                <c:pt idx="1">
                  <c:v>0.23212459866374019</c:v>
                </c:pt>
                <c:pt idx="2">
                  <c:v>0.69653191695426586</c:v>
                </c:pt>
                <c:pt idx="3">
                  <c:v>1.2187295046045274</c:v>
                </c:pt>
                <c:pt idx="4">
                  <c:v>1.5211819776226372</c:v>
                </c:pt>
                <c:pt idx="5">
                  <c:v>2.0341582411320935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C6A-462F-A354-D11CF6D714FB}"/>
            </c:ext>
          </c:extLst>
        </c:ser>
        <c:ser>
          <c:idx val="0"/>
          <c:order val="1"/>
          <c:tx>
            <c:v>Comercial</c:v>
          </c:tx>
          <c:spPr>
            <a:ln w="19050" cap="rnd">
              <a:solidFill>
                <a:srgbClr val="FFC000">
                  <a:alpha val="0"/>
                </a:srgbClr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rgbClr val="FFC000"/>
                </a:solidFill>
                <a:prstDash val="sysDot"/>
              </a:ln>
              <a:effectLst/>
            </c:spPr>
            <c:trendlineType val="linear"/>
            <c:intercept val="0"/>
            <c:dispRSqr val="1"/>
            <c:dispEq val="1"/>
            <c:trendlineLbl>
              <c:layout>
                <c:manualLayout>
                  <c:x val="-5.4426479336138318E-2"/>
                  <c:y val="-1.2139798314684348E-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CO"/>
                </a:p>
              </c:txPr>
            </c:trendlineLbl>
          </c:trendline>
          <c:errBars>
            <c:errDir val="y"/>
            <c:errBarType val="both"/>
            <c:errValType val="cust"/>
            <c:noEndCap val="0"/>
            <c:plus>
              <c:numRef>
                <c:f>PromedioReplicas!$P$4:$P$9</c:f>
                <c:numCache>
                  <c:formatCode>General</c:formatCode>
                  <c:ptCount val="6"/>
                  <c:pt idx="0">
                    <c:v>0</c:v>
                  </c:pt>
                  <c:pt idx="1">
                    <c:v>4.0824829046386341E-4</c:v>
                  </c:pt>
                  <c:pt idx="2">
                    <c:v>2.6562295750848738E-3</c:v>
                  </c:pt>
                  <c:pt idx="3">
                    <c:v>2.5927248643507028E-3</c:v>
                  </c:pt>
                  <c:pt idx="4">
                    <c:v>4.6007245806141033E-3</c:v>
                  </c:pt>
                  <c:pt idx="5">
                    <c:v>7.778174593051951E-3</c:v>
                  </c:pt>
                </c:numCache>
              </c:numRef>
            </c:plus>
            <c:minus>
              <c:numRef>
                <c:f>PromedioReplicas!$P$4:$P$9</c:f>
                <c:numCache>
                  <c:formatCode>General</c:formatCode>
                  <c:ptCount val="6"/>
                  <c:pt idx="0">
                    <c:v>0</c:v>
                  </c:pt>
                  <c:pt idx="1">
                    <c:v>4.0824829046386341E-4</c:v>
                  </c:pt>
                  <c:pt idx="2">
                    <c:v>2.6562295750848738E-3</c:v>
                  </c:pt>
                  <c:pt idx="3">
                    <c:v>2.5927248643507028E-3</c:v>
                  </c:pt>
                  <c:pt idx="4">
                    <c:v>4.6007245806141033E-3</c:v>
                  </c:pt>
                  <c:pt idx="5">
                    <c:v>7.778174593051951E-3</c:v>
                  </c:pt>
                </c:numCache>
              </c:numRef>
            </c:minus>
            <c:spPr>
              <a:noFill/>
              <a:ln w="9525" cap="flat" cmpd="sng" algn="ctr">
                <a:solidFill>
                  <a:srgbClr val="FFC000"/>
                </a:solidFill>
                <a:round/>
              </a:ln>
              <a:effectLst/>
            </c:spPr>
          </c:errBars>
          <c:xVal>
            <c:numRef>
              <c:f>PromedioReplicas!$J$4:$J$9</c:f>
              <c:numCache>
                <c:formatCode>General</c:formatCode>
                <c:ptCount val="6"/>
                <c:pt idx="0">
                  <c:v>0</c:v>
                </c:pt>
                <c:pt idx="1">
                  <c:v>5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numCache>
            </c:numRef>
          </c:xVal>
          <c:yVal>
            <c:numRef>
              <c:f>PromedioReplicas!$N$4:$N$9</c:f>
              <c:numCache>
                <c:formatCode>0.000</c:formatCode>
                <c:ptCount val="6"/>
                <c:pt idx="0">
                  <c:v>0</c:v>
                </c:pt>
                <c:pt idx="1">
                  <c:v>0.13900000000000001</c:v>
                </c:pt>
                <c:pt idx="2">
                  <c:v>0.78733333333333333</c:v>
                </c:pt>
                <c:pt idx="3">
                  <c:v>1.2113333333333334</c:v>
                </c:pt>
                <c:pt idx="4">
                  <c:v>1.5810000000000002</c:v>
                </c:pt>
                <c:pt idx="5">
                  <c:v>1.9909999999999999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2C6A-462F-A354-D11CF6D714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4653311"/>
        <c:axId val="354648031"/>
      </c:scatterChart>
      <c:valAx>
        <c:axId val="354653311"/>
        <c:scaling>
          <c:orientation val="minMax"/>
          <c:max val="6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419" noProof="0" dirty="0" err="1"/>
                  <a:t>Concentracion</a:t>
                </a:r>
                <a:r>
                  <a:rPr lang="es-419" noProof="0" dirty="0"/>
                  <a:t>[mg/L]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354648031"/>
        <c:crosses val="autoZero"/>
        <c:crossBetween val="midCat"/>
      </c:valAx>
      <c:valAx>
        <c:axId val="3546480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419" noProof="0" dirty="0"/>
                  <a:t>Absorbancia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0.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35465331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1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>
          <a:extLst>
            <a:ext uri="{FF2B5EF4-FFF2-40B4-BE49-F238E27FC236}">
              <a16:creationId xmlns:a16="http://schemas.microsoft.com/office/drawing/2014/main" id="{80879D33-6CF5-F8D4-6C2D-D872A9210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5f391192_085:notes">
            <a:extLst>
              <a:ext uri="{FF2B5EF4-FFF2-40B4-BE49-F238E27FC236}">
                <a16:creationId xmlns:a16="http://schemas.microsoft.com/office/drawing/2014/main" id="{EB3F967E-D4AF-A952-EC47-3E55CE6983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5f391192_085:notes">
            <a:extLst>
              <a:ext uri="{FF2B5EF4-FFF2-40B4-BE49-F238E27FC236}">
                <a16:creationId xmlns:a16="http://schemas.microsoft.com/office/drawing/2014/main" id="{8506743B-F89E-37A0-F247-4B0BF9E033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0605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>
          <a:extLst>
            <a:ext uri="{FF2B5EF4-FFF2-40B4-BE49-F238E27FC236}">
              <a16:creationId xmlns:a16="http://schemas.microsoft.com/office/drawing/2014/main" id="{0561908A-DCC0-5FE2-9090-FDF0A458C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5f391192_045:notes">
            <a:extLst>
              <a:ext uri="{FF2B5EF4-FFF2-40B4-BE49-F238E27FC236}">
                <a16:creationId xmlns:a16="http://schemas.microsoft.com/office/drawing/2014/main" id="{A2E3637B-CA22-1918-9FD7-B28EAE1200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5f391192_045:notes">
            <a:extLst>
              <a:ext uri="{FF2B5EF4-FFF2-40B4-BE49-F238E27FC236}">
                <a16:creationId xmlns:a16="http://schemas.microsoft.com/office/drawing/2014/main" id="{D4E6DEB5-6B10-0BA4-CBDC-4D419185E3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1072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>
          <a:extLst>
            <a:ext uri="{FF2B5EF4-FFF2-40B4-BE49-F238E27FC236}">
              <a16:creationId xmlns:a16="http://schemas.microsoft.com/office/drawing/2014/main" id="{4AD4DCB8-795D-3C69-796D-0D56029E5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5f391192_045:notes">
            <a:extLst>
              <a:ext uri="{FF2B5EF4-FFF2-40B4-BE49-F238E27FC236}">
                <a16:creationId xmlns:a16="http://schemas.microsoft.com/office/drawing/2014/main" id="{FE5E6679-C228-A02C-5B4E-C98371588C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5f391192_045:notes">
            <a:extLst>
              <a:ext uri="{FF2B5EF4-FFF2-40B4-BE49-F238E27FC236}">
                <a16:creationId xmlns:a16="http://schemas.microsoft.com/office/drawing/2014/main" id="{EDCFA51A-A86B-ADCC-5337-57FF66406D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2523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>
          <a:extLst>
            <a:ext uri="{FF2B5EF4-FFF2-40B4-BE49-F238E27FC236}">
              <a16:creationId xmlns:a16="http://schemas.microsoft.com/office/drawing/2014/main" id="{FF29949B-08FD-10D2-09D0-F973631F3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5f391192_045:notes">
            <a:extLst>
              <a:ext uri="{FF2B5EF4-FFF2-40B4-BE49-F238E27FC236}">
                <a16:creationId xmlns:a16="http://schemas.microsoft.com/office/drawing/2014/main" id="{82A8892D-EA3F-1BD5-0AE5-D0D5A1A527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5f391192_045:notes">
            <a:extLst>
              <a:ext uri="{FF2B5EF4-FFF2-40B4-BE49-F238E27FC236}">
                <a16:creationId xmlns:a16="http://schemas.microsoft.com/office/drawing/2014/main" id="{BDEC2955-0369-4916-A842-F70C3BC8C4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0430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>
          <a:extLst>
            <a:ext uri="{FF2B5EF4-FFF2-40B4-BE49-F238E27FC236}">
              <a16:creationId xmlns:a16="http://schemas.microsoft.com/office/drawing/2014/main" id="{61D5BC83-C7DE-E1A7-5A0B-2A37BFAFB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5f391192_045:notes">
            <a:extLst>
              <a:ext uri="{FF2B5EF4-FFF2-40B4-BE49-F238E27FC236}">
                <a16:creationId xmlns:a16="http://schemas.microsoft.com/office/drawing/2014/main" id="{F0921700-135A-8CDF-4D45-C1DAD9BE2F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5f391192_045:notes">
            <a:extLst>
              <a:ext uri="{FF2B5EF4-FFF2-40B4-BE49-F238E27FC236}">
                <a16:creationId xmlns:a16="http://schemas.microsoft.com/office/drawing/2014/main" id="{FF05E477-E604-7A33-27C6-586F9AE7FE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3998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userDrawn="1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6100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175" y="1541675"/>
            <a:ext cx="6870000" cy="206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" name="Google Shape;77;p2"/>
          <p:cNvGrpSpPr/>
          <p:nvPr/>
        </p:nvGrpSpPr>
        <p:grpSpPr>
          <a:xfrm>
            <a:off x="8842175" y="668859"/>
            <a:ext cx="301822" cy="872807"/>
            <a:chOff x="-225" y="2255817"/>
            <a:chExt cx="318950" cy="922336"/>
          </a:xfrm>
        </p:grpSpPr>
        <p:sp>
          <p:nvSpPr>
            <p:cNvPr id="78" name="Google Shape;78;p2"/>
            <p:cNvSpPr/>
            <p:nvPr/>
          </p:nvSpPr>
          <p:spPr>
            <a:xfrm>
              <a:off x="-175" y="2255817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-175" y="2524353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-225" y="2792878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-225" y="3061453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" name="Google Shape;104;p2"/>
          <p:cNvSpPr txBox="1">
            <a:spLocks noGrp="1"/>
          </p:cNvSpPr>
          <p:nvPr>
            <p:ph type="ctrTitle"/>
          </p:nvPr>
        </p:nvSpPr>
        <p:spPr>
          <a:xfrm>
            <a:off x="-1" y="1541675"/>
            <a:ext cx="6869825" cy="120152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  <p:sp>
        <p:nvSpPr>
          <p:cNvPr id="105" name="Google Shape;189;p3"/>
          <p:cNvSpPr txBox="1">
            <a:spLocks noGrp="1"/>
          </p:cNvSpPr>
          <p:nvPr>
            <p:ph type="subTitle" idx="1" hasCustomPrompt="1"/>
          </p:nvPr>
        </p:nvSpPr>
        <p:spPr>
          <a:xfrm>
            <a:off x="-4988" y="2792687"/>
            <a:ext cx="6874811" cy="80908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aseline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rPr lang="es-CO" dirty="0"/>
              <a:t>Haga clic para agregar los autores</a:t>
            </a:r>
            <a:endParaRPr dirty="0"/>
          </a:p>
        </p:txBody>
      </p:sp>
      <p:pic>
        <p:nvPicPr>
          <p:cNvPr id="50" name="Picture 4" descr="Resultado de imagen para uniandes logo&quot;">
            <a:extLst>
              <a:ext uri="{FF2B5EF4-FFF2-40B4-BE49-F238E27FC236}">
                <a16:creationId xmlns:a16="http://schemas.microsoft.com/office/drawing/2014/main" id="{E7AF50D9-235A-3248-A993-64073FED8BF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59"/>
          <a:stretch/>
        </p:blipFill>
        <p:spPr bwMode="auto">
          <a:xfrm>
            <a:off x="122830" y="4716393"/>
            <a:ext cx="1174417" cy="371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8D76D9B-F8E7-E34F-8BDB-6EDAB3161E42}"/>
              </a:ext>
            </a:extLst>
          </p:cNvPr>
          <p:cNvCxnSpPr/>
          <p:nvPr userDrawn="1"/>
        </p:nvCxnSpPr>
        <p:spPr>
          <a:xfrm>
            <a:off x="1429303" y="4704279"/>
            <a:ext cx="0" cy="3751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Imagen 2" descr="Imagen que contiene dibujo&#10;&#10;Descripción generada automáticamente">
            <a:extLst>
              <a:ext uri="{FF2B5EF4-FFF2-40B4-BE49-F238E27FC236}">
                <a16:creationId xmlns:a16="http://schemas.microsoft.com/office/drawing/2014/main" id="{6AE1AC5E-2789-5C49-A5A1-D2C12D7814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26372" r="6915"/>
          <a:stretch/>
        </p:blipFill>
        <p:spPr>
          <a:xfrm>
            <a:off x="1437134" y="4627452"/>
            <a:ext cx="2105204" cy="52876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6100358" y="13"/>
            <a:ext cx="3050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3"/>
          <p:cNvSpPr/>
          <p:nvPr/>
        </p:nvSpPr>
        <p:spPr>
          <a:xfrm>
            <a:off x="-175" y="1541675"/>
            <a:ext cx="6870000" cy="206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" name="Google Shape;156;p3"/>
          <p:cNvGrpSpPr/>
          <p:nvPr/>
        </p:nvGrpSpPr>
        <p:grpSpPr>
          <a:xfrm>
            <a:off x="-225" y="2135380"/>
            <a:ext cx="301822" cy="872770"/>
            <a:chOff x="-225" y="1987280"/>
            <a:chExt cx="318950" cy="922298"/>
          </a:xfrm>
        </p:grpSpPr>
        <p:sp>
          <p:nvSpPr>
            <p:cNvPr id="157" name="Google Shape;157;p3"/>
            <p:cNvSpPr/>
            <p:nvPr/>
          </p:nvSpPr>
          <p:spPr>
            <a:xfrm>
              <a:off x="-175" y="1987280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-175" y="2255817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-175" y="2524353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-225" y="2792878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" name="Google Shape;166;p3"/>
          <p:cNvGrpSpPr/>
          <p:nvPr/>
        </p:nvGrpSpPr>
        <p:grpSpPr>
          <a:xfrm>
            <a:off x="6100350" y="4270684"/>
            <a:ext cx="301822" cy="872807"/>
            <a:chOff x="-225" y="2255817"/>
            <a:chExt cx="318950" cy="922336"/>
          </a:xfrm>
        </p:grpSpPr>
        <p:sp>
          <p:nvSpPr>
            <p:cNvPr id="167" name="Google Shape;167;p3"/>
            <p:cNvSpPr/>
            <p:nvPr/>
          </p:nvSpPr>
          <p:spPr>
            <a:xfrm>
              <a:off x="-175" y="2255817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-175" y="2524353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-225" y="2792878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-225" y="3061453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3"/>
          <p:cNvGrpSpPr/>
          <p:nvPr/>
        </p:nvGrpSpPr>
        <p:grpSpPr>
          <a:xfrm>
            <a:off x="685795" y="0"/>
            <a:ext cx="666403" cy="666424"/>
            <a:chOff x="7996345" y="980275"/>
            <a:chExt cx="666403" cy="666424"/>
          </a:xfrm>
        </p:grpSpPr>
        <p:sp>
          <p:nvSpPr>
            <p:cNvPr id="172" name="Google Shape;172;p3"/>
            <p:cNvSpPr/>
            <p:nvPr/>
          </p:nvSpPr>
          <p:spPr>
            <a:xfrm>
              <a:off x="7996345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8198672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8400998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7996345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8198672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8400998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7996345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8198672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8400998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996345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8198672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8400998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8603324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8603324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8603324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8603349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" name="Google Shape;188;p3"/>
          <p:cNvSpPr txBox="1">
            <a:spLocks noGrp="1"/>
          </p:cNvSpPr>
          <p:nvPr>
            <p:ph type="ctrTitle"/>
          </p:nvPr>
        </p:nvSpPr>
        <p:spPr>
          <a:xfrm>
            <a:off x="603425" y="1794125"/>
            <a:ext cx="5497200" cy="87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3"/>
          <p:cNvSpPr txBox="1">
            <a:spLocks noGrp="1"/>
          </p:cNvSpPr>
          <p:nvPr>
            <p:ph type="subTitle" idx="1"/>
          </p:nvPr>
        </p:nvSpPr>
        <p:spPr>
          <a:xfrm>
            <a:off x="603425" y="2604674"/>
            <a:ext cx="54972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pic>
        <p:nvPicPr>
          <p:cNvPr id="50" name="Imagen 49">
            <a:hlinkClick r:id="rId2" action="ppaction://hlinksldjump"/>
            <a:extLst>
              <a:ext uri="{FF2B5EF4-FFF2-40B4-BE49-F238E27FC236}">
                <a16:creationId xmlns:a16="http://schemas.microsoft.com/office/drawing/2014/main" id="{E6F4979F-FF00-F745-8E6A-5C836C64A6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2470" b="35246"/>
          <a:stretch/>
        </p:blipFill>
        <p:spPr>
          <a:xfrm>
            <a:off x="301550" y="4610118"/>
            <a:ext cx="2250412" cy="485902"/>
          </a:xfrm>
          <a:prstGeom prst="rect">
            <a:avLst/>
          </a:prstGeom>
        </p:spPr>
      </p:pic>
      <p:pic>
        <p:nvPicPr>
          <p:cNvPr id="51" name="Imagen 50">
            <a:hlinkClick r:id="rId2" action="ppaction://hlinksldjump"/>
            <a:extLst>
              <a:ext uri="{FF2B5EF4-FFF2-40B4-BE49-F238E27FC236}">
                <a16:creationId xmlns:a16="http://schemas.microsoft.com/office/drawing/2014/main" id="{18F471F8-F652-CF47-B378-9B121C955B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738" b="89968" l="3055" r="93890">
                        <a14:foregroundMark x1="3055" y1="27184" x2="3055" y2="27184"/>
                        <a14:foregroundMark x1="8859" y1="8738" x2="8859" y2="8738"/>
                        <a14:foregroundMark x1="13646" y1="20388" x2="13646" y2="20388"/>
                        <a14:foregroundMark x1="14664" y1="26537" x2="14664" y2="26537"/>
                        <a14:foregroundMark x1="11507" y1="48220" x2="11507" y2="48220"/>
                        <a14:foregroundMark x1="30448" y1="22654" x2="30448" y2="22654"/>
                        <a14:foregroundMark x1="36864" y1="21359" x2="36864" y2="21359"/>
                        <a14:foregroundMark x1="37271" y1="56311" x2="37271" y2="56311"/>
                        <a14:foregroundMark x1="31059" y1="53722" x2="31059" y2="53722"/>
                        <a14:foregroundMark x1="43381" y1="61812" x2="43381" y2="61812"/>
                        <a14:foregroundMark x1="58045" y1="49191" x2="58045" y2="49191"/>
                        <a14:foregroundMark x1="65479" y1="59223" x2="65479" y2="59223"/>
                        <a14:foregroundMark x1="79633" y1="53722" x2="79633" y2="53722"/>
                        <a14:foregroundMark x1="86762" y1="56958" x2="86762" y2="56958"/>
                        <a14:foregroundMark x1="93279" y1="58252" x2="93279" y2="58252"/>
                        <a14:foregroundMark x1="93890" y1="25243" x2="93890" y2="25243"/>
                        <a14:foregroundMark x1="90326" y1="19094" x2="90326" y2="19094"/>
                        <a14:foregroundMark x1="81466" y1="18123" x2="81466" y2="18123"/>
                        <a14:foregroundMark x1="75153" y1="18123" x2="75153" y2="18123"/>
                        <a14:foregroundMark x1="70163" y1="15858" x2="70163" y2="15858"/>
                        <a14:foregroundMark x1="64257" y1="17799" x2="64257" y2="17799"/>
                        <a14:foregroundMark x1="64257" y1="11650" x2="64257" y2="11650"/>
                        <a14:foregroundMark x1="61202" y1="17799" x2="61202" y2="17799"/>
                        <a14:foregroundMark x1="56721" y1="18770" x2="56721" y2="18770"/>
                        <a14:foregroundMark x1="53564" y1="19094" x2="53564" y2="19094"/>
                        <a14:foregroundMark x1="48371" y1="18447" x2="48371" y2="18447"/>
                        <a14:foregroundMark x1="42770" y1="20712" x2="42770" y2="20712"/>
                        <a14:foregroundMark x1="42464" y1="11650" x2="42464" y2="11650"/>
                        <a14:foregroundMark x1="11202" y1="66019" x2="11202" y2="66019"/>
                      </a14:backgroundRemoval>
                    </a14:imgEffect>
                    <a14:imgEffect>
                      <a14:sharpenSoften amount="10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2276"/>
          <a:stretch/>
        </p:blipFill>
        <p:spPr>
          <a:xfrm>
            <a:off x="63729" y="4760975"/>
            <a:ext cx="279395" cy="317115"/>
          </a:xfrm>
          <a:prstGeom prst="rect">
            <a:avLst/>
          </a:prstGeom>
        </p:spPr>
      </p:pic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3EB39068-85CF-E44E-AF57-C8DBE6F6B06A}"/>
              </a:ext>
            </a:extLst>
          </p:cNvPr>
          <p:cNvCxnSpPr/>
          <p:nvPr userDrawn="1"/>
        </p:nvCxnSpPr>
        <p:spPr>
          <a:xfrm>
            <a:off x="422411" y="4723226"/>
            <a:ext cx="0" cy="3751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5"/>
          <p:cNvGrpSpPr/>
          <p:nvPr/>
        </p:nvGrpSpPr>
        <p:grpSpPr>
          <a:xfrm>
            <a:off x="-207" y="0"/>
            <a:ext cx="9158157" cy="5143500"/>
            <a:chOff x="-207" y="0"/>
            <a:chExt cx="9158157" cy="5143500"/>
          </a:xfrm>
        </p:grpSpPr>
        <p:sp>
          <p:nvSpPr>
            <p:cNvPr id="258" name="Google Shape;258;p5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5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1" name="Google Shape;261;p5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262" name="Google Shape;262;p5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5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5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2" name="Google Shape;282;p5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283" name="Google Shape;283;p5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5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5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86" name="Google Shape;286;p5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5"/>
          <p:cNvSpPr txBox="1">
            <a:spLocks noGrp="1"/>
          </p:cNvSpPr>
          <p:nvPr>
            <p:ph type="body" idx="1"/>
          </p:nvPr>
        </p:nvSpPr>
        <p:spPr>
          <a:xfrm>
            <a:off x="1199775" y="1599700"/>
            <a:ext cx="6650700" cy="288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9pPr>
          </a:lstStyle>
          <a:p>
            <a:endParaRPr/>
          </a:p>
        </p:txBody>
      </p:sp>
      <p:sp>
        <p:nvSpPr>
          <p:cNvPr id="288" name="Google Shape;288;p5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" name="Imagen 19">
            <a:hlinkClick r:id="rId2" action="ppaction://hlinksldjump"/>
            <a:extLst>
              <a:ext uri="{FF2B5EF4-FFF2-40B4-BE49-F238E27FC236}">
                <a16:creationId xmlns:a16="http://schemas.microsoft.com/office/drawing/2014/main" id="{DCE7C09C-ED19-C64A-89BF-CC477C210D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2470" b="35246"/>
          <a:stretch/>
        </p:blipFill>
        <p:spPr>
          <a:xfrm>
            <a:off x="916851" y="4648633"/>
            <a:ext cx="2250412" cy="485902"/>
          </a:xfrm>
          <a:prstGeom prst="rect">
            <a:avLst/>
          </a:prstGeom>
        </p:spPr>
      </p:pic>
      <p:pic>
        <p:nvPicPr>
          <p:cNvPr id="21" name="Imagen 20">
            <a:hlinkClick r:id="rId2" action="ppaction://hlinksldjump"/>
            <a:extLst>
              <a:ext uri="{FF2B5EF4-FFF2-40B4-BE49-F238E27FC236}">
                <a16:creationId xmlns:a16="http://schemas.microsoft.com/office/drawing/2014/main" id="{E1FA4EEB-08AB-8F45-AE06-FD92D1C98D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738" b="89968" l="3055" r="93890">
                        <a14:foregroundMark x1="3055" y1="27184" x2="3055" y2="27184"/>
                        <a14:foregroundMark x1="8859" y1="8738" x2="8859" y2="8738"/>
                        <a14:foregroundMark x1="13646" y1="20388" x2="13646" y2="20388"/>
                        <a14:foregroundMark x1="14664" y1="26537" x2="14664" y2="26537"/>
                        <a14:foregroundMark x1="11507" y1="48220" x2="11507" y2="48220"/>
                        <a14:foregroundMark x1="30448" y1="22654" x2="30448" y2="22654"/>
                        <a14:foregroundMark x1="36864" y1="21359" x2="36864" y2="21359"/>
                        <a14:foregroundMark x1="37271" y1="56311" x2="37271" y2="56311"/>
                        <a14:foregroundMark x1="31059" y1="53722" x2="31059" y2="53722"/>
                        <a14:foregroundMark x1="43381" y1="61812" x2="43381" y2="61812"/>
                        <a14:foregroundMark x1="58045" y1="49191" x2="58045" y2="49191"/>
                        <a14:foregroundMark x1="65479" y1="59223" x2="65479" y2="59223"/>
                        <a14:foregroundMark x1="79633" y1="53722" x2="79633" y2="53722"/>
                        <a14:foregroundMark x1="86762" y1="56958" x2="86762" y2="56958"/>
                        <a14:foregroundMark x1="93279" y1="58252" x2="93279" y2="58252"/>
                        <a14:foregroundMark x1="93890" y1="25243" x2="93890" y2="25243"/>
                        <a14:foregroundMark x1="90326" y1="19094" x2="90326" y2="19094"/>
                        <a14:foregroundMark x1="81466" y1="18123" x2="81466" y2="18123"/>
                        <a14:foregroundMark x1="75153" y1="18123" x2="75153" y2="18123"/>
                        <a14:foregroundMark x1="70163" y1="15858" x2="70163" y2="15858"/>
                        <a14:foregroundMark x1="64257" y1="17799" x2="64257" y2="17799"/>
                        <a14:foregroundMark x1="64257" y1="11650" x2="64257" y2="11650"/>
                        <a14:foregroundMark x1="61202" y1="17799" x2="61202" y2="17799"/>
                        <a14:foregroundMark x1="56721" y1="18770" x2="56721" y2="18770"/>
                        <a14:foregroundMark x1="53564" y1="19094" x2="53564" y2="19094"/>
                        <a14:foregroundMark x1="48371" y1="18447" x2="48371" y2="18447"/>
                        <a14:foregroundMark x1="42770" y1="20712" x2="42770" y2="20712"/>
                        <a14:foregroundMark x1="42464" y1="11650" x2="42464" y2="11650"/>
                        <a14:foregroundMark x1="11202" y1="66019" x2="11202" y2="66019"/>
                      </a14:backgroundRemoval>
                    </a14:imgEffect>
                    <a14:imgEffect>
                      <a14:sharpenSoften amount="10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2276"/>
          <a:stretch/>
        </p:blipFill>
        <p:spPr>
          <a:xfrm>
            <a:off x="687995" y="4799490"/>
            <a:ext cx="279395" cy="317115"/>
          </a:xfrm>
          <a:prstGeom prst="rect">
            <a:avLst/>
          </a:prstGeom>
        </p:spPr>
      </p:pic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C7A6BAF3-F02B-8F46-9C4D-7A39C56584AB}"/>
              </a:ext>
            </a:extLst>
          </p:cNvPr>
          <p:cNvCxnSpPr/>
          <p:nvPr userDrawn="1"/>
        </p:nvCxnSpPr>
        <p:spPr>
          <a:xfrm>
            <a:off x="1037712" y="4770706"/>
            <a:ext cx="0" cy="3751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p7"/>
          <p:cNvGrpSpPr/>
          <p:nvPr/>
        </p:nvGrpSpPr>
        <p:grpSpPr>
          <a:xfrm>
            <a:off x="-207" y="0"/>
            <a:ext cx="9158157" cy="5143500"/>
            <a:chOff x="-207" y="0"/>
            <a:chExt cx="9158157" cy="5143500"/>
          </a:xfrm>
        </p:grpSpPr>
        <p:sp>
          <p:nvSpPr>
            <p:cNvPr id="323" name="Google Shape;323;p7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6" name="Google Shape;326;p7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327" name="Google Shape;327;p7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7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7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7" name="Google Shape;347;p7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348" name="Google Shape;348;p7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7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7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1" name="Google Shape;351;p7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7"/>
          <p:cNvSpPr txBox="1">
            <a:spLocks noGrp="1"/>
          </p:cNvSpPr>
          <p:nvPr>
            <p:ph type="body" idx="1"/>
          </p:nvPr>
        </p:nvSpPr>
        <p:spPr>
          <a:xfrm>
            <a:off x="1172650" y="1599700"/>
            <a:ext cx="3447300" cy="28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9pPr>
          </a:lstStyle>
          <a:p>
            <a:endParaRPr/>
          </a:p>
        </p:txBody>
      </p:sp>
      <p:sp>
        <p:nvSpPr>
          <p:cNvPr id="353" name="Google Shape;353;p7"/>
          <p:cNvSpPr txBox="1">
            <a:spLocks noGrp="1"/>
          </p:cNvSpPr>
          <p:nvPr>
            <p:ph type="body" idx="2"/>
          </p:nvPr>
        </p:nvSpPr>
        <p:spPr>
          <a:xfrm>
            <a:off x="5056888" y="1599700"/>
            <a:ext cx="3447300" cy="28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9pPr>
          </a:lstStyle>
          <a:p>
            <a:endParaRPr/>
          </a:p>
        </p:txBody>
      </p:sp>
      <p:sp>
        <p:nvSpPr>
          <p:cNvPr id="354" name="Google Shape;354;p7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" name="Imagen 26">
            <a:hlinkClick r:id="rId2" action="ppaction://hlinksldjump"/>
            <a:extLst>
              <a:ext uri="{FF2B5EF4-FFF2-40B4-BE49-F238E27FC236}">
                <a16:creationId xmlns:a16="http://schemas.microsoft.com/office/drawing/2014/main" id="{98C873EC-073E-5241-B0AE-0DC9E7CC09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2470" b="35246"/>
          <a:stretch/>
        </p:blipFill>
        <p:spPr>
          <a:xfrm>
            <a:off x="916851" y="4648633"/>
            <a:ext cx="2250412" cy="485902"/>
          </a:xfrm>
          <a:prstGeom prst="rect">
            <a:avLst/>
          </a:prstGeom>
        </p:spPr>
      </p:pic>
      <p:pic>
        <p:nvPicPr>
          <p:cNvPr id="28" name="Imagen 27">
            <a:hlinkClick r:id="rId2" action="ppaction://hlinksldjump"/>
            <a:extLst>
              <a:ext uri="{FF2B5EF4-FFF2-40B4-BE49-F238E27FC236}">
                <a16:creationId xmlns:a16="http://schemas.microsoft.com/office/drawing/2014/main" id="{59203F49-03D4-EB42-BA47-AF3B2BBEBD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738" b="89968" l="3055" r="93890">
                        <a14:foregroundMark x1="3055" y1="27184" x2="3055" y2="27184"/>
                        <a14:foregroundMark x1="8859" y1="8738" x2="8859" y2="8738"/>
                        <a14:foregroundMark x1="13646" y1="20388" x2="13646" y2="20388"/>
                        <a14:foregroundMark x1="14664" y1="26537" x2="14664" y2="26537"/>
                        <a14:foregroundMark x1="11507" y1="48220" x2="11507" y2="48220"/>
                        <a14:foregroundMark x1="30448" y1="22654" x2="30448" y2="22654"/>
                        <a14:foregroundMark x1="36864" y1="21359" x2="36864" y2="21359"/>
                        <a14:foregroundMark x1="37271" y1="56311" x2="37271" y2="56311"/>
                        <a14:foregroundMark x1="31059" y1="53722" x2="31059" y2="53722"/>
                        <a14:foregroundMark x1="43381" y1="61812" x2="43381" y2="61812"/>
                        <a14:foregroundMark x1="58045" y1="49191" x2="58045" y2="49191"/>
                        <a14:foregroundMark x1="65479" y1="59223" x2="65479" y2="59223"/>
                        <a14:foregroundMark x1="79633" y1="53722" x2="79633" y2="53722"/>
                        <a14:foregroundMark x1="86762" y1="56958" x2="86762" y2="56958"/>
                        <a14:foregroundMark x1="93279" y1="58252" x2="93279" y2="58252"/>
                        <a14:foregroundMark x1="93890" y1="25243" x2="93890" y2="25243"/>
                        <a14:foregroundMark x1="90326" y1="19094" x2="90326" y2="19094"/>
                        <a14:foregroundMark x1="81466" y1="18123" x2="81466" y2="18123"/>
                        <a14:foregroundMark x1="75153" y1="18123" x2="75153" y2="18123"/>
                        <a14:foregroundMark x1="70163" y1="15858" x2="70163" y2="15858"/>
                        <a14:foregroundMark x1="64257" y1="17799" x2="64257" y2="17799"/>
                        <a14:foregroundMark x1="64257" y1="11650" x2="64257" y2="11650"/>
                        <a14:foregroundMark x1="61202" y1="17799" x2="61202" y2="17799"/>
                        <a14:foregroundMark x1="56721" y1="18770" x2="56721" y2="18770"/>
                        <a14:foregroundMark x1="53564" y1="19094" x2="53564" y2="19094"/>
                        <a14:foregroundMark x1="48371" y1="18447" x2="48371" y2="18447"/>
                        <a14:foregroundMark x1="42770" y1="20712" x2="42770" y2="20712"/>
                        <a14:foregroundMark x1="42464" y1="11650" x2="42464" y2="11650"/>
                        <a14:foregroundMark x1="11202" y1="66019" x2="11202" y2="66019"/>
                      </a14:backgroundRemoval>
                    </a14:imgEffect>
                    <a14:imgEffect>
                      <a14:sharpenSoften amount="10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2276"/>
          <a:stretch/>
        </p:blipFill>
        <p:spPr>
          <a:xfrm>
            <a:off x="687995" y="4799490"/>
            <a:ext cx="279395" cy="317115"/>
          </a:xfrm>
          <a:prstGeom prst="rect">
            <a:avLst/>
          </a:prstGeom>
        </p:spPr>
      </p:pic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97948428-A600-674F-ADDC-662B14E62766}"/>
              </a:ext>
            </a:extLst>
          </p:cNvPr>
          <p:cNvCxnSpPr/>
          <p:nvPr userDrawn="1"/>
        </p:nvCxnSpPr>
        <p:spPr>
          <a:xfrm>
            <a:off x="1037712" y="4770706"/>
            <a:ext cx="0" cy="3751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oogle Shape;391;p9"/>
          <p:cNvGrpSpPr/>
          <p:nvPr userDrawn="1"/>
        </p:nvGrpSpPr>
        <p:grpSpPr>
          <a:xfrm>
            <a:off x="-207" y="0"/>
            <a:ext cx="9158157" cy="5143500"/>
            <a:chOff x="-207" y="0"/>
            <a:chExt cx="9158157" cy="5143500"/>
          </a:xfrm>
        </p:grpSpPr>
        <p:sp>
          <p:nvSpPr>
            <p:cNvPr id="392" name="Google Shape;392;p9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9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9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5" name="Google Shape;395;p9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396" name="Google Shape;396;p9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9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6" name="Google Shape;416;p9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417" name="Google Shape;417;p9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9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9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20" name="Google Shape;420;p9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421" name="Google Shape;421;p9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" name="Imagen 24">
            <a:hlinkClick r:id="rId2" action="ppaction://hlinksldjump"/>
            <a:extLst>
              <a:ext uri="{FF2B5EF4-FFF2-40B4-BE49-F238E27FC236}">
                <a16:creationId xmlns:a16="http://schemas.microsoft.com/office/drawing/2014/main" id="{1098321B-DD19-0F40-AD9D-266A75DE82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2470" b="35246"/>
          <a:stretch/>
        </p:blipFill>
        <p:spPr>
          <a:xfrm>
            <a:off x="916851" y="4648633"/>
            <a:ext cx="2250412" cy="485902"/>
          </a:xfrm>
          <a:prstGeom prst="rect">
            <a:avLst/>
          </a:prstGeom>
        </p:spPr>
      </p:pic>
      <p:pic>
        <p:nvPicPr>
          <p:cNvPr id="26" name="Imagen 25">
            <a:hlinkClick r:id="rId2" action="ppaction://hlinksldjump"/>
            <a:extLst>
              <a:ext uri="{FF2B5EF4-FFF2-40B4-BE49-F238E27FC236}">
                <a16:creationId xmlns:a16="http://schemas.microsoft.com/office/drawing/2014/main" id="{E30DBD4E-62DA-1445-9E3A-E0F70ACC42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738" b="89968" l="3055" r="93890">
                        <a14:foregroundMark x1="3055" y1="27184" x2="3055" y2="27184"/>
                        <a14:foregroundMark x1="8859" y1="8738" x2="8859" y2="8738"/>
                        <a14:foregroundMark x1="13646" y1="20388" x2="13646" y2="20388"/>
                        <a14:foregroundMark x1="14664" y1="26537" x2="14664" y2="26537"/>
                        <a14:foregroundMark x1="11507" y1="48220" x2="11507" y2="48220"/>
                        <a14:foregroundMark x1="30448" y1="22654" x2="30448" y2="22654"/>
                        <a14:foregroundMark x1="36864" y1="21359" x2="36864" y2="21359"/>
                        <a14:foregroundMark x1="37271" y1="56311" x2="37271" y2="56311"/>
                        <a14:foregroundMark x1="31059" y1="53722" x2="31059" y2="53722"/>
                        <a14:foregroundMark x1="43381" y1="61812" x2="43381" y2="61812"/>
                        <a14:foregroundMark x1="58045" y1="49191" x2="58045" y2="49191"/>
                        <a14:foregroundMark x1="65479" y1="59223" x2="65479" y2="59223"/>
                        <a14:foregroundMark x1="79633" y1="53722" x2="79633" y2="53722"/>
                        <a14:foregroundMark x1="86762" y1="56958" x2="86762" y2="56958"/>
                        <a14:foregroundMark x1="93279" y1="58252" x2="93279" y2="58252"/>
                        <a14:foregroundMark x1="93890" y1="25243" x2="93890" y2="25243"/>
                        <a14:foregroundMark x1="90326" y1="19094" x2="90326" y2="19094"/>
                        <a14:foregroundMark x1="81466" y1="18123" x2="81466" y2="18123"/>
                        <a14:foregroundMark x1="75153" y1="18123" x2="75153" y2="18123"/>
                        <a14:foregroundMark x1="70163" y1="15858" x2="70163" y2="15858"/>
                        <a14:foregroundMark x1="64257" y1="17799" x2="64257" y2="17799"/>
                        <a14:foregroundMark x1="64257" y1="11650" x2="64257" y2="11650"/>
                        <a14:foregroundMark x1="61202" y1="17799" x2="61202" y2="17799"/>
                        <a14:foregroundMark x1="56721" y1="18770" x2="56721" y2="18770"/>
                        <a14:foregroundMark x1="53564" y1="19094" x2="53564" y2="19094"/>
                        <a14:foregroundMark x1="48371" y1="18447" x2="48371" y2="18447"/>
                        <a14:foregroundMark x1="42770" y1="20712" x2="42770" y2="20712"/>
                        <a14:foregroundMark x1="42464" y1="11650" x2="42464" y2="11650"/>
                        <a14:foregroundMark x1="11202" y1="66019" x2="11202" y2="66019"/>
                      </a14:backgroundRemoval>
                    </a14:imgEffect>
                    <a14:imgEffect>
                      <a14:sharpenSoften amount="10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2276"/>
          <a:stretch/>
        </p:blipFill>
        <p:spPr>
          <a:xfrm>
            <a:off x="687995" y="4799490"/>
            <a:ext cx="279395" cy="317115"/>
          </a:xfrm>
          <a:prstGeom prst="rect">
            <a:avLst/>
          </a:prstGeom>
        </p:spPr>
      </p:pic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F9B64421-7FE3-0C4F-95A2-18EBAAD9B91A}"/>
              </a:ext>
            </a:extLst>
          </p:cNvPr>
          <p:cNvCxnSpPr/>
          <p:nvPr userDrawn="1"/>
        </p:nvCxnSpPr>
        <p:spPr>
          <a:xfrm>
            <a:off x="1037712" y="4770706"/>
            <a:ext cx="0" cy="3751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8"/>
          <p:cNvGrpSpPr/>
          <p:nvPr/>
        </p:nvGrpSpPr>
        <p:grpSpPr>
          <a:xfrm>
            <a:off x="-207" y="0"/>
            <a:ext cx="9158157" cy="5143500"/>
            <a:chOff x="-207" y="0"/>
            <a:chExt cx="9158157" cy="5143500"/>
          </a:xfrm>
        </p:grpSpPr>
        <p:sp>
          <p:nvSpPr>
            <p:cNvPr id="357" name="Google Shape;357;p8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8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" name="Google Shape;359;p8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0" name="Google Shape;360;p8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361" name="Google Shape;361;p8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8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8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1" name="Google Shape;381;p8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382" name="Google Shape;382;p8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8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8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85" name="Google Shape;385;p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8"/>
          <p:cNvSpPr txBox="1">
            <a:spLocks noGrp="1"/>
          </p:cNvSpPr>
          <p:nvPr>
            <p:ph type="body" idx="1"/>
          </p:nvPr>
        </p:nvSpPr>
        <p:spPr>
          <a:xfrm>
            <a:off x="1165875" y="1599700"/>
            <a:ext cx="2257200" cy="28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9pPr>
          </a:lstStyle>
          <a:p>
            <a:endParaRPr/>
          </a:p>
        </p:txBody>
      </p:sp>
      <p:sp>
        <p:nvSpPr>
          <p:cNvPr id="387" name="Google Shape;387;p8"/>
          <p:cNvSpPr txBox="1">
            <a:spLocks noGrp="1"/>
          </p:cNvSpPr>
          <p:nvPr>
            <p:ph type="body" idx="2"/>
          </p:nvPr>
        </p:nvSpPr>
        <p:spPr>
          <a:xfrm>
            <a:off x="3706438" y="1599700"/>
            <a:ext cx="2257200" cy="28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9pPr>
          </a:lstStyle>
          <a:p>
            <a:endParaRPr/>
          </a:p>
        </p:txBody>
      </p:sp>
      <p:sp>
        <p:nvSpPr>
          <p:cNvPr id="388" name="Google Shape;388;p8"/>
          <p:cNvSpPr txBox="1">
            <a:spLocks noGrp="1"/>
          </p:cNvSpPr>
          <p:nvPr>
            <p:ph type="body" idx="3"/>
          </p:nvPr>
        </p:nvSpPr>
        <p:spPr>
          <a:xfrm>
            <a:off x="6247001" y="1599700"/>
            <a:ext cx="2257200" cy="28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9pPr>
          </a:lstStyle>
          <a:p>
            <a:endParaRPr/>
          </a:p>
        </p:txBody>
      </p:sp>
      <p:sp>
        <p:nvSpPr>
          <p:cNvPr id="389" name="Google Shape;389;p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" name="Imagen 27">
            <a:hlinkClick r:id="rId2" action="ppaction://hlinksldjump"/>
            <a:extLst>
              <a:ext uri="{FF2B5EF4-FFF2-40B4-BE49-F238E27FC236}">
                <a16:creationId xmlns:a16="http://schemas.microsoft.com/office/drawing/2014/main" id="{ADFE882F-06D9-8E42-8583-C6AF3A8F7E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2470" b="35246"/>
          <a:stretch/>
        </p:blipFill>
        <p:spPr>
          <a:xfrm>
            <a:off x="916851" y="4648633"/>
            <a:ext cx="2250412" cy="485902"/>
          </a:xfrm>
          <a:prstGeom prst="rect">
            <a:avLst/>
          </a:prstGeom>
        </p:spPr>
      </p:pic>
      <p:pic>
        <p:nvPicPr>
          <p:cNvPr id="29" name="Imagen 28">
            <a:hlinkClick r:id="rId2" action="ppaction://hlinksldjump"/>
            <a:extLst>
              <a:ext uri="{FF2B5EF4-FFF2-40B4-BE49-F238E27FC236}">
                <a16:creationId xmlns:a16="http://schemas.microsoft.com/office/drawing/2014/main" id="{87A0223A-7C9C-BE43-9F7C-AB7B581992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738" b="89968" l="3055" r="93890">
                        <a14:foregroundMark x1="3055" y1="27184" x2="3055" y2="27184"/>
                        <a14:foregroundMark x1="8859" y1="8738" x2="8859" y2="8738"/>
                        <a14:foregroundMark x1="13646" y1="20388" x2="13646" y2="20388"/>
                        <a14:foregroundMark x1="14664" y1="26537" x2="14664" y2="26537"/>
                        <a14:foregroundMark x1="11507" y1="48220" x2="11507" y2="48220"/>
                        <a14:foregroundMark x1="30448" y1="22654" x2="30448" y2="22654"/>
                        <a14:foregroundMark x1="36864" y1="21359" x2="36864" y2="21359"/>
                        <a14:foregroundMark x1="37271" y1="56311" x2="37271" y2="56311"/>
                        <a14:foregroundMark x1="31059" y1="53722" x2="31059" y2="53722"/>
                        <a14:foregroundMark x1="43381" y1="61812" x2="43381" y2="61812"/>
                        <a14:foregroundMark x1="58045" y1="49191" x2="58045" y2="49191"/>
                        <a14:foregroundMark x1="65479" y1="59223" x2="65479" y2="59223"/>
                        <a14:foregroundMark x1="79633" y1="53722" x2="79633" y2="53722"/>
                        <a14:foregroundMark x1="86762" y1="56958" x2="86762" y2="56958"/>
                        <a14:foregroundMark x1="93279" y1="58252" x2="93279" y2="58252"/>
                        <a14:foregroundMark x1="93890" y1="25243" x2="93890" y2="25243"/>
                        <a14:foregroundMark x1="90326" y1="19094" x2="90326" y2="19094"/>
                        <a14:foregroundMark x1="81466" y1="18123" x2="81466" y2="18123"/>
                        <a14:foregroundMark x1="75153" y1="18123" x2="75153" y2="18123"/>
                        <a14:foregroundMark x1="70163" y1="15858" x2="70163" y2="15858"/>
                        <a14:foregroundMark x1="64257" y1="17799" x2="64257" y2="17799"/>
                        <a14:foregroundMark x1="64257" y1="11650" x2="64257" y2="11650"/>
                        <a14:foregroundMark x1="61202" y1="17799" x2="61202" y2="17799"/>
                        <a14:foregroundMark x1="56721" y1="18770" x2="56721" y2="18770"/>
                        <a14:foregroundMark x1="53564" y1="19094" x2="53564" y2="19094"/>
                        <a14:foregroundMark x1="48371" y1="18447" x2="48371" y2="18447"/>
                        <a14:foregroundMark x1="42770" y1="20712" x2="42770" y2="20712"/>
                        <a14:foregroundMark x1="42464" y1="11650" x2="42464" y2="11650"/>
                        <a14:foregroundMark x1="11202" y1="66019" x2="11202" y2="66019"/>
                      </a14:backgroundRemoval>
                    </a14:imgEffect>
                    <a14:imgEffect>
                      <a14:sharpenSoften amount="10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2276"/>
          <a:stretch/>
        </p:blipFill>
        <p:spPr>
          <a:xfrm>
            <a:off x="687995" y="4799490"/>
            <a:ext cx="279395" cy="317115"/>
          </a:xfrm>
          <a:prstGeom prst="rect">
            <a:avLst/>
          </a:prstGeom>
        </p:spPr>
      </p:pic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9582D973-76AC-694C-A7E8-F070B9AEBB51}"/>
              </a:ext>
            </a:extLst>
          </p:cNvPr>
          <p:cNvCxnSpPr/>
          <p:nvPr userDrawn="1"/>
        </p:nvCxnSpPr>
        <p:spPr>
          <a:xfrm>
            <a:off x="1037712" y="4770706"/>
            <a:ext cx="0" cy="3751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347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314800" y="1599700"/>
            <a:ext cx="7189500" cy="28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▪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5" r:id="rId5"/>
    <p:sldLayoutId id="2147483660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3"/>
          <p:cNvSpPr txBox="1">
            <a:spLocks noGrp="1"/>
          </p:cNvSpPr>
          <p:nvPr>
            <p:ph type="ctrTitle"/>
          </p:nvPr>
        </p:nvSpPr>
        <p:spPr>
          <a:xfrm>
            <a:off x="-1" y="1541675"/>
            <a:ext cx="6870583" cy="10300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s-419" sz="2800" b="1" spc="-30" noProof="0" dirty="0">
                <a:effectLst/>
                <a:latin typeface="Barlow SemiBold" panose="000007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Desarrollo de </a:t>
            </a:r>
            <a:r>
              <a:rPr lang="es-419" sz="2800" b="1" spc="30" noProof="0" dirty="0">
                <a:effectLst/>
                <a:latin typeface="Barlow SemiBold" panose="000007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Espectrofotómetro</a:t>
            </a:r>
            <a:r>
              <a:rPr lang="es-419" sz="2800" b="1" spc="-35" noProof="0" dirty="0">
                <a:effectLst/>
                <a:latin typeface="Barlow SemiBold" panose="000007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419" sz="2800" b="1" spc="-30" noProof="0" dirty="0">
                <a:effectLst/>
                <a:latin typeface="Barlow SemiBold" panose="000007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 </a:t>
            </a:r>
            <a:r>
              <a:rPr lang="es-419" sz="2800" b="1" spc="-100" noProof="0" dirty="0">
                <a:effectLst/>
                <a:latin typeface="Barlow SemiBold" panose="000007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línea</a:t>
            </a:r>
            <a:r>
              <a:rPr lang="es-419" sz="2800" b="1" spc="-35" noProof="0" dirty="0">
                <a:effectLst/>
                <a:latin typeface="Barlow SemiBold" panose="000007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419" sz="2800" b="1" noProof="0" dirty="0">
                <a:effectLst/>
                <a:latin typeface="Barlow SemiBold" panose="000007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 Toma de Medidas en Campo</a:t>
            </a:r>
            <a:endParaRPr lang="es-419" sz="2800" noProof="0" dirty="0">
              <a:effectLst/>
              <a:latin typeface="Barlow SemiBold" panose="000007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FF4096-B9A7-81C2-A3EF-4B981B93C1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BB967-FB38-BE14-A728-2A211AD35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noProof="0" dirty="0"/>
              <a:t>Metodología utilizada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DCED1-3B82-3074-49BB-7047970A3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 algn="just">
              <a:buNone/>
            </a:pPr>
            <a:r>
              <a:rPr lang="es-419" sz="1800" noProof="0" dirty="0"/>
              <a:t>Diferencia de absorbancia:</a:t>
            </a:r>
          </a:p>
          <a:p>
            <a:pPr algn="just"/>
            <a:r>
              <a:rPr lang="es-419" sz="1800" noProof="0" dirty="0"/>
              <a:t>Se realizaron pruebas con las siguientes Concentraciones: 5,20,30,40,50mg/L.</a:t>
            </a:r>
          </a:p>
          <a:p>
            <a:pPr algn="just"/>
            <a:r>
              <a:rPr lang="es-419" sz="1800" noProof="0" dirty="0"/>
              <a:t>Se realizaron 3 tomas por Concentración.</a:t>
            </a:r>
          </a:p>
          <a:p>
            <a:pPr algn="just"/>
            <a:r>
              <a:rPr lang="es-419" sz="1800" noProof="0" dirty="0"/>
              <a:t>Se realizo las medidas en el valor de espectro de 495nm.</a:t>
            </a:r>
          </a:p>
          <a:p>
            <a:endParaRPr lang="es-419" sz="1800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F1E4C-B69E-0BC1-5C93-BC515691CF4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01600" indent="0" algn="just">
              <a:buNone/>
            </a:pPr>
            <a:r>
              <a:rPr lang="es-419" sz="1800" noProof="0" dirty="0"/>
              <a:t>Barrido de longitud de onda:</a:t>
            </a:r>
          </a:p>
          <a:p>
            <a:pPr algn="just"/>
            <a:r>
              <a:rPr lang="es-419" sz="1800" noProof="0" dirty="0"/>
              <a:t>Se realizaron pruebas con las siguientes Concentraciones: 5,20,30,40,50mg/L.</a:t>
            </a:r>
          </a:p>
          <a:p>
            <a:pPr algn="just"/>
            <a:r>
              <a:rPr lang="es-419" sz="1800" noProof="0" dirty="0"/>
              <a:t>El barrido se realice sobre el rango [450,650] nm.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3E780-4426-EE9D-1478-036438035A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noProof="0" smtClean="0"/>
              <a:t>2</a:t>
            </a:fld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1388575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1809F-DE73-E498-3D7E-0D6A70E5E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noProof="0" dirty="0"/>
              <a:t>Resultados de caracterización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9FB2C-AAD2-5889-E64D-7591208FFC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noProof="0" smtClean="0"/>
              <a:t>3</a:t>
            </a:fld>
            <a:endParaRPr lang="es-419" noProof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18E1B6-BB8F-A151-456F-D81A62DB0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168286"/>
              </p:ext>
            </p:extLst>
          </p:nvPr>
        </p:nvGraphicFramePr>
        <p:xfrm>
          <a:off x="1178757" y="2065807"/>
          <a:ext cx="6786485" cy="2068310"/>
        </p:xfrm>
        <a:graphic>
          <a:graphicData uri="http://schemas.openxmlformats.org/drawingml/2006/table">
            <a:tbl>
              <a:tblPr>
                <a:tableStyleId>{9ECAE4DE-9ACE-4FB5-8050-54A7DB4D5D50}</a:tableStyleId>
              </a:tblPr>
              <a:tblGrid>
                <a:gridCol w="2201516">
                  <a:extLst>
                    <a:ext uri="{9D8B030D-6E8A-4147-A177-3AD203B41FA5}">
                      <a16:colId xmlns:a16="http://schemas.microsoft.com/office/drawing/2014/main" val="3208874449"/>
                    </a:ext>
                  </a:extLst>
                </a:gridCol>
                <a:gridCol w="711931">
                  <a:extLst>
                    <a:ext uri="{9D8B030D-6E8A-4147-A177-3AD203B41FA5}">
                      <a16:colId xmlns:a16="http://schemas.microsoft.com/office/drawing/2014/main" val="154961267"/>
                    </a:ext>
                  </a:extLst>
                </a:gridCol>
                <a:gridCol w="693070">
                  <a:extLst>
                    <a:ext uri="{9D8B030D-6E8A-4147-A177-3AD203B41FA5}">
                      <a16:colId xmlns:a16="http://schemas.microsoft.com/office/drawing/2014/main" val="541506242"/>
                    </a:ext>
                  </a:extLst>
                </a:gridCol>
                <a:gridCol w="693070">
                  <a:extLst>
                    <a:ext uri="{9D8B030D-6E8A-4147-A177-3AD203B41FA5}">
                      <a16:colId xmlns:a16="http://schemas.microsoft.com/office/drawing/2014/main" val="327103590"/>
                    </a:ext>
                  </a:extLst>
                </a:gridCol>
                <a:gridCol w="693070">
                  <a:extLst>
                    <a:ext uri="{9D8B030D-6E8A-4147-A177-3AD203B41FA5}">
                      <a16:colId xmlns:a16="http://schemas.microsoft.com/office/drawing/2014/main" val="3316875277"/>
                    </a:ext>
                  </a:extLst>
                </a:gridCol>
                <a:gridCol w="693070">
                  <a:extLst>
                    <a:ext uri="{9D8B030D-6E8A-4147-A177-3AD203B41FA5}">
                      <a16:colId xmlns:a16="http://schemas.microsoft.com/office/drawing/2014/main" val="174793521"/>
                    </a:ext>
                  </a:extLst>
                </a:gridCol>
                <a:gridCol w="1100758">
                  <a:extLst>
                    <a:ext uri="{9D8B030D-6E8A-4147-A177-3AD203B41FA5}">
                      <a16:colId xmlns:a16="http://schemas.microsoft.com/office/drawing/2014/main" val="2678230682"/>
                    </a:ext>
                  </a:extLst>
                </a:gridCol>
              </a:tblGrid>
              <a:tr h="23221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Concentración (mg/l)</a:t>
                      </a:r>
                      <a:endParaRPr lang="es-419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Absorbancia</a:t>
                      </a:r>
                      <a:endParaRPr lang="es-419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605306"/>
                  </a:ext>
                </a:extLst>
              </a:tr>
              <a:tr h="43631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Replica1</a:t>
                      </a:r>
                      <a:endParaRPr lang="es-419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Replica2</a:t>
                      </a:r>
                      <a:endParaRPr lang="es-419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Replica3</a:t>
                      </a:r>
                      <a:endParaRPr lang="es-419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Promedio</a:t>
                      </a:r>
                      <a:endParaRPr lang="es-419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 err="1">
                          <a:effectLst/>
                        </a:rPr>
                        <a:t>Coef</a:t>
                      </a:r>
                      <a:r>
                        <a:rPr lang="es-419" sz="1100" u="none" strike="noStrike" noProof="0" dirty="0">
                          <a:effectLst/>
                        </a:rPr>
                        <a:t>. Var.</a:t>
                      </a:r>
                      <a:endParaRPr lang="es-419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 err="1">
                          <a:effectLst/>
                        </a:rPr>
                        <a:t>Des.Estandar</a:t>
                      </a:r>
                      <a:r>
                        <a:rPr lang="es-419" sz="1100" u="none" strike="noStrike" noProof="0" dirty="0">
                          <a:effectLst/>
                        </a:rPr>
                        <a:t>./2</a:t>
                      </a:r>
                      <a:endParaRPr lang="es-419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971095391"/>
                  </a:ext>
                </a:extLst>
              </a:tr>
              <a:tr h="232211"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0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0.000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0.000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0.000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0.000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0.000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0.000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36733846"/>
                  </a:ext>
                </a:extLst>
              </a:tr>
              <a:tr h="232211"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5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0.140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0.138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0.139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0.139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0.719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0.000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44982037"/>
                  </a:ext>
                </a:extLst>
              </a:tr>
              <a:tr h="232211"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20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0.794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0.781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0.787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0.787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0.826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0.003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35047808"/>
                  </a:ext>
                </a:extLst>
              </a:tr>
              <a:tr h="232211"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30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1.215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1.215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1.204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1.211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0.524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0.003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145725337"/>
                  </a:ext>
                </a:extLst>
              </a:tr>
              <a:tr h="232211"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40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1.594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1.574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1.575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1.581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0.713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0.005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881093474"/>
                  </a:ext>
                </a:extLst>
              </a:tr>
              <a:tr h="238730"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50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2.002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2.002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1.969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1.991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0.957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100" u="none" strike="noStrike" noProof="0" dirty="0">
                          <a:effectLst/>
                        </a:rPr>
                        <a:t>0.008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786924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543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D7AAA-CD49-E033-5394-13A8045F9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noProof="0" dirty="0"/>
              <a:t>Grafica de la caracterización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99DC1-BCF9-FA4E-13C0-440817B477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noProof="0" smtClean="0"/>
              <a:t>4</a:t>
            </a:fld>
            <a:endParaRPr lang="es-419" noProof="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1F859E1-7E8E-4593-9214-7A09DD1E49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6564306"/>
              </p:ext>
            </p:extLst>
          </p:nvPr>
        </p:nvGraphicFramePr>
        <p:xfrm>
          <a:off x="886968" y="1275008"/>
          <a:ext cx="7370064" cy="3511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31442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8EA61-2B8B-E3FA-B67F-2C7CB9698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noProof="0" dirty="0"/>
              <a:t>Grafica de la caracterización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015A1-35D5-3F04-A40B-C94B1B8B50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noProof="0" smtClean="0"/>
              <a:t>5</a:t>
            </a:fld>
            <a:endParaRPr lang="es-419" noProof="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9981601-F8AC-433A-8EC8-491FE9B2B0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5911220"/>
              </p:ext>
            </p:extLst>
          </p:nvPr>
        </p:nvGraphicFramePr>
        <p:xfrm>
          <a:off x="897668" y="1318000"/>
          <a:ext cx="7370064" cy="35109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8265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BFF20-BAD9-FF42-602E-DB4C0F349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425" y="1794124"/>
            <a:ext cx="5497200" cy="1253875"/>
          </a:xfrm>
        </p:spPr>
        <p:txBody>
          <a:bodyPr/>
          <a:lstStyle/>
          <a:p>
            <a:r>
              <a:rPr lang="es-419" noProof="0" dirty="0"/>
              <a:t>Caracterización modelo construido</a:t>
            </a:r>
          </a:p>
        </p:txBody>
      </p:sp>
    </p:spTree>
    <p:extLst>
      <p:ext uri="{BB962C8B-B14F-4D97-AF65-F5344CB8AC3E}">
        <p14:creationId xmlns:p14="http://schemas.microsoft.com/office/powerpoint/2010/main" val="2717230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0403-24E2-428A-98EF-5011BF117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6754B-7A18-923D-2C9D-F4E0E683D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noProof="0" dirty="0"/>
              <a:t>Metodología utilizada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ECD93-75D3-15FF-006B-66D8DDC7B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2650" y="1599700"/>
            <a:ext cx="7207204" cy="2890200"/>
          </a:xfrm>
        </p:spPr>
        <p:txBody>
          <a:bodyPr/>
          <a:lstStyle/>
          <a:p>
            <a:pPr marL="101600" indent="0" algn="just">
              <a:buNone/>
            </a:pPr>
            <a:r>
              <a:rPr lang="es-419" sz="1800" noProof="0" dirty="0"/>
              <a:t>Especificaciones utilizadas:</a:t>
            </a:r>
          </a:p>
          <a:p>
            <a:pPr algn="just"/>
            <a:r>
              <a:rPr lang="es-419" sz="1800" noProof="0" dirty="0"/>
              <a:t>Se realizaron pruebas con las siguientes Concentraciones: 5,20,30,40,50mg/L.</a:t>
            </a:r>
          </a:p>
          <a:p>
            <a:pPr algn="just"/>
            <a:r>
              <a:rPr lang="es-419" sz="1800" noProof="0" dirty="0"/>
              <a:t>Se tomaron 100 datos por muestra y por replica.</a:t>
            </a:r>
          </a:p>
          <a:p>
            <a:pPr algn="just"/>
            <a:r>
              <a:rPr lang="es-419" sz="1800" noProof="0" dirty="0"/>
              <a:t>Se realizaron 5 replicas</a:t>
            </a:r>
          </a:p>
          <a:p>
            <a:pPr algn="just"/>
            <a:r>
              <a:rPr lang="es-419" sz="1800" noProof="0" dirty="0"/>
              <a:t>Se </a:t>
            </a:r>
            <a:r>
              <a:rPr lang="es-419" sz="1800" noProof="0" dirty="0" err="1"/>
              <a:t>utilize</a:t>
            </a:r>
            <a:r>
              <a:rPr lang="es-419" sz="1800" noProof="0" dirty="0"/>
              <a:t> el promedio de todas las replicas para los resultados</a:t>
            </a:r>
          </a:p>
          <a:p>
            <a:endParaRPr lang="es-419" sz="180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3058F2-7BA7-2957-7549-F40D39A22D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noProof="0" smtClean="0"/>
              <a:t>7</a:t>
            </a:fld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3568089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BEC3F-CC9E-8A30-C88C-67901A6D6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A924A-F5C1-D1F9-09D9-269DDD65D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noProof="0" dirty="0"/>
              <a:t>Grafica de promedio replicas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E90B9-783B-C591-CDE2-BBD232214E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noProof="0" smtClean="0"/>
              <a:t>8</a:t>
            </a:fld>
            <a:endParaRPr lang="es-419" noProof="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CCDEE05-D381-207B-ADD4-6A9B733CC7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8621383"/>
              </p:ext>
            </p:extLst>
          </p:nvPr>
        </p:nvGraphicFramePr>
        <p:xfrm>
          <a:off x="897668" y="1305354"/>
          <a:ext cx="7370064" cy="3511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5282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8A5EF-26EB-A7C7-B1EB-E7E60977F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4EDB4-EA91-D789-1D77-136550599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noProof="0" dirty="0"/>
              <a:t>Grafica de promedio replicas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33B17-7C12-08E7-84C8-05B04436FC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noProof="0" smtClean="0"/>
              <a:t>9</a:t>
            </a:fld>
            <a:endParaRPr lang="es-419" noProof="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988051B-30C9-4CBF-9DB3-1CE5A78887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003625"/>
              </p:ext>
            </p:extLst>
          </p:nvPr>
        </p:nvGraphicFramePr>
        <p:xfrm>
          <a:off x="886968" y="1318000"/>
          <a:ext cx="7370064" cy="3511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79936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3296F-27E1-A78F-A32D-86F447BD7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A93C2-FA25-C2ED-0F12-700081F97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noProof="0" dirty="0"/>
              <a:t>Grafica de promedio replicas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33776-D8F7-EF62-A873-5723A20972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noProof="0" smtClean="0"/>
              <a:t>10</a:t>
            </a:fld>
            <a:endParaRPr lang="es-419" noProof="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6375E86-DEDB-4625-AF1B-54B0D33896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3281339"/>
              </p:ext>
            </p:extLst>
          </p:nvPr>
        </p:nvGraphicFramePr>
        <p:xfrm>
          <a:off x="897668" y="1375410"/>
          <a:ext cx="7370064" cy="3511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46164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60D07-C891-BC70-7BC9-90850C40B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C1C18-5C36-72B1-EA5A-191893FC2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noProof="0" dirty="0"/>
              <a:t>Grafica de promedio replicas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C35CB-24C7-F71E-BFD2-29780E2B42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noProof="0" smtClean="0"/>
              <a:t>11</a:t>
            </a:fld>
            <a:endParaRPr lang="es-419" noProof="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4B29A34-DC13-4C7E-83D7-2C3A11734F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0661099"/>
              </p:ext>
            </p:extLst>
          </p:nvPr>
        </p:nvGraphicFramePr>
        <p:xfrm>
          <a:off x="897668" y="1305354"/>
          <a:ext cx="7370064" cy="3511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16958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>
          <a:extLst>
            <a:ext uri="{FF2B5EF4-FFF2-40B4-BE49-F238E27FC236}">
              <a16:creationId xmlns:a16="http://schemas.microsoft.com/office/drawing/2014/main" id="{E0454887-3AA9-5B12-5B06-045372373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5">
            <a:extLst>
              <a:ext uri="{FF2B5EF4-FFF2-40B4-BE49-F238E27FC236}">
                <a16:creationId xmlns:a16="http://schemas.microsoft.com/office/drawing/2014/main" id="{4D4D3D5E-3748-F6AF-17E7-D2E6ED8EBE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noProof="0" dirty="0"/>
              <a:t>Ajuste realizado</a:t>
            </a:r>
          </a:p>
        </p:txBody>
      </p:sp>
      <p:sp>
        <p:nvSpPr>
          <p:cNvPr id="629" name="Google Shape;629;p25">
            <a:extLst>
              <a:ext uri="{FF2B5EF4-FFF2-40B4-BE49-F238E27FC236}">
                <a16:creationId xmlns:a16="http://schemas.microsoft.com/office/drawing/2014/main" id="{DD2641C0-6104-BFCB-CB7F-60415DCE94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noProof="0" smtClean="0"/>
              <a:t>12</a:t>
            </a:fld>
            <a:endParaRPr lang="es-419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577;p20">
                <a:extLst>
                  <a:ext uri="{FF2B5EF4-FFF2-40B4-BE49-F238E27FC236}">
                    <a16:creationId xmlns:a16="http://schemas.microsoft.com/office/drawing/2014/main" id="{9EA81439-08AC-2C3C-A374-717D78A88B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99805" y="1458800"/>
                <a:ext cx="6599750" cy="2890200"/>
              </a:xfrm>
              <a:prstGeom prst="rect">
                <a:avLst/>
              </a:prstGeom>
            </p:spPr>
            <p:txBody>
              <a:bodyPr spcFirstLastPara="1" wrap="square" lIns="0" tIns="0" rIns="0" bIns="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spcBef>
                    <a:spcPts val="600"/>
                  </a:spcBef>
                </a:pPr>
                <a:r>
                  <a:rPr lang="es-419" b="1" noProof="0" dirty="0">
                    <a:latin typeface="Barlow Light" panose="00000400000000000000" pitchFamily="2" charset="0"/>
                  </a:rPr>
                  <a:t>Factor de escalado (comercial y medida):</a:t>
                </a:r>
              </a:p>
              <a:p>
                <a:pPr>
                  <a:spcBef>
                    <a:spcPts val="600"/>
                  </a:spcBef>
                </a:pPr>
                <a:r>
                  <a:rPr lang="es-419" b="1" noProof="0" dirty="0">
                    <a:latin typeface="Barlow Light" panose="00000400000000000000" pitchFamily="2" charset="0"/>
                  </a:rPr>
                  <a:t>Comercial:</a:t>
                </a:r>
                <a:r>
                  <a:rPr lang="es-419" noProof="0" dirty="0">
                    <a:latin typeface="Barlow Light" panose="00000400000000000000" pitchFamily="2" charset="0"/>
                  </a:rPr>
                  <a:t> y = </a:t>
                </a:r>
                <a:r>
                  <a:rPr lang="es-419" b="0" i="0" u="none" strike="noStrike" baseline="0" noProof="0" dirty="0">
                    <a:solidFill>
                      <a:srgbClr val="000000"/>
                    </a:solidFill>
                    <a:effectLst/>
                    <a:latin typeface="Barlow Light" panose="00000400000000000000" pitchFamily="2" charset="0"/>
                  </a:rPr>
                  <a:t>0.0397x</a:t>
                </a:r>
                <a:endParaRPr lang="es-419" b="1" baseline="0" noProof="0" dirty="0">
                  <a:effectLst/>
                  <a:latin typeface="Barlow Light" panose="00000400000000000000" pitchFamily="2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s-419" b="1" noProof="0" dirty="0">
                    <a:latin typeface="Barlow Light" panose="00000400000000000000" pitchFamily="2" charset="0"/>
                  </a:rPr>
                  <a:t>Medida promedio:</a:t>
                </a:r>
                <a:r>
                  <a:rPr lang="es-419" noProof="0" dirty="0">
                    <a:latin typeface="Barlow Light" panose="00000400000000000000" pitchFamily="2" charset="0"/>
                  </a:rPr>
                  <a:t> y = </a:t>
                </a:r>
                <a:r>
                  <a:rPr lang="es-419" b="0" i="0" u="none" strike="noStrike" baseline="0" noProof="0" dirty="0">
                    <a:solidFill>
                      <a:srgbClr val="000000"/>
                    </a:solidFill>
                    <a:effectLst/>
                    <a:latin typeface="Barlow Light" panose="00000400000000000000" pitchFamily="2" charset="0"/>
                  </a:rPr>
                  <a:t>0.0089x</a:t>
                </a:r>
              </a:p>
              <a:p>
                <a:pPr algn="ctr"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baseline="0" noProof="0" smtClean="0">
                          <a:effectLst/>
                          <a:latin typeface="Cambria Math" panose="02040503050406030204" pitchFamily="18" charset="0"/>
                        </a:rPr>
                        <m:t>𝐹𝑎𝑐𝑡𝑜𝑟𝐸𝑠𝑐𝑎𝑙𝑎𝑑𝑜</m:t>
                      </m:r>
                      <m:r>
                        <a:rPr lang="es-419" b="0" i="1" baseline="0" noProof="0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b="0" i="1" baseline="0" noProof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b="0" i="1" baseline="0" noProof="0" smtClean="0">
                              <a:effectLst/>
                              <a:latin typeface="Cambria Math" panose="02040503050406030204" pitchFamily="18" charset="0"/>
                            </a:rPr>
                            <m:t>𝐶𝑜𝑚𝑒𝑟𝑐𝑖𝑎𝑙</m:t>
                          </m:r>
                        </m:num>
                        <m:den>
                          <m:r>
                            <a:rPr lang="es-419" b="0" i="1" baseline="0" noProof="0" smtClean="0">
                              <a:effectLst/>
                              <a:latin typeface="Cambria Math" panose="02040503050406030204" pitchFamily="18" charset="0"/>
                            </a:rPr>
                            <m:t>𝑀𝑒𝑑𝑖𝑑𝑎</m:t>
                          </m:r>
                        </m:den>
                      </m:f>
                      <m:r>
                        <a:rPr lang="es-419" b="0" i="1" baseline="0" noProof="0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b="0" i="1" baseline="0" noProof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b="0" i="1" baseline="0" noProof="0" smtClean="0">
                              <a:effectLst/>
                              <a:latin typeface="Cambria Math" panose="02040503050406030204" pitchFamily="18" charset="0"/>
                            </a:rPr>
                            <m:t>0.0397</m:t>
                          </m:r>
                        </m:num>
                        <m:den>
                          <m:r>
                            <a:rPr lang="es-419" b="0" i="1" baseline="0" noProof="0" smtClean="0">
                              <a:effectLst/>
                              <a:latin typeface="Cambria Math" panose="02040503050406030204" pitchFamily="18" charset="0"/>
                            </a:rPr>
                            <m:t>0.0089</m:t>
                          </m:r>
                        </m:den>
                      </m:f>
                      <m:r>
                        <a:rPr lang="es-419" b="0" i="1" baseline="0" noProof="0" smtClean="0">
                          <a:effectLst/>
                          <a:latin typeface="Cambria Math" panose="02040503050406030204" pitchFamily="18" charset="0"/>
                        </a:rPr>
                        <m:t>=4.461</m:t>
                      </m:r>
                    </m:oMath>
                  </m:oMathPara>
                </a14:m>
                <a:endParaRPr lang="es-419" noProof="0" dirty="0">
                  <a:latin typeface="Barlow Light" panose="00000400000000000000" pitchFamily="2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s-419" baseline="0" noProof="0" dirty="0">
                    <a:effectLst/>
                    <a:latin typeface="Barlow Light" panose="00000400000000000000" pitchFamily="2" charset="0"/>
                  </a:rPr>
                  <a:t>La ecuación ajustada es: y = 4.461x, donde x es la absorbancia medida:</a:t>
                </a:r>
                <a:endParaRPr lang="es-419" b="1" noProof="0" dirty="0">
                  <a:latin typeface="Barlow Light" panose="00000400000000000000" pitchFamily="2" charset="0"/>
                </a:endParaRPr>
              </a:p>
            </p:txBody>
          </p:sp>
        </mc:Choice>
        <mc:Fallback xmlns="">
          <p:sp>
            <p:nvSpPr>
              <p:cNvPr id="5" name="Google Shape;577;p20">
                <a:extLst>
                  <a:ext uri="{FF2B5EF4-FFF2-40B4-BE49-F238E27FC236}">
                    <a16:creationId xmlns:a16="http://schemas.microsoft.com/office/drawing/2014/main" id="{9EA81439-08AC-2C3C-A374-717D78A88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805" y="1458800"/>
                <a:ext cx="6599750" cy="2890200"/>
              </a:xfrm>
              <a:prstGeom prst="rect">
                <a:avLst/>
              </a:prstGeom>
              <a:blipFill>
                <a:blip r:embed="rId3"/>
                <a:stretch>
                  <a:fillRect l="-16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C1CE7E1-90FA-803F-14BD-0BA2CCE6F2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855459"/>
              </p:ext>
            </p:extLst>
          </p:nvPr>
        </p:nvGraphicFramePr>
        <p:xfrm>
          <a:off x="2195100" y="3101394"/>
          <a:ext cx="4775200" cy="1447800"/>
        </p:xfrm>
        <a:graphic>
          <a:graphicData uri="http://schemas.openxmlformats.org/drawingml/2006/table">
            <a:tbl>
              <a:tblPr>
                <a:tableStyleId>{9ECAE4DE-9ACE-4FB5-8050-54A7DB4D5D50}</a:tableStyleId>
              </a:tblPr>
              <a:tblGrid>
                <a:gridCol w="1498942">
                  <a:extLst>
                    <a:ext uri="{9D8B030D-6E8A-4147-A177-3AD203B41FA5}">
                      <a16:colId xmlns:a16="http://schemas.microsoft.com/office/drawing/2014/main" val="746482112"/>
                    </a:ext>
                  </a:extLst>
                </a:gridCol>
                <a:gridCol w="546043">
                  <a:extLst>
                    <a:ext uri="{9D8B030D-6E8A-4147-A177-3AD203B41FA5}">
                      <a16:colId xmlns:a16="http://schemas.microsoft.com/office/drawing/2014/main" val="3335722604"/>
                    </a:ext>
                  </a:extLst>
                </a:gridCol>
                <a:gridCol w="546043">
                  <a:extLst>
                    <a:ext uri="{9D8B030D-6E8A-4147-A177-3AD203B41FA5}">
                      <a16:colId xmlns:a16="http://schemas.microsoft.com/office/drawing/2014/main" val="4154192569"/>
                    </a:ext>
                  </a:extLst>
                </a:gridCol>
                <a:gridCol w="546043">
                  <a:extLst>
                    <a:ext uri="{9D8B030D-6E8A-4147-A177-3AD203B41FA5}">
                      <a16:colId xmlns:a16="http://schemas.microsoft.com/office/drawing/2014/main" val="1188139502"/>
                    </a:ext>
                  </a:extLst>
                </a:gridCol>
                <a:gridCol w="546043">
                  <a:extLst>
                    <a:ext uri="{9D8B030D-6E8A-4147-A177-3AD203B41FA5}">
                      <a16:colId xmlns:a16="http://schemas.microsoft.com/office/drawing/2014/main" val="485986218"/>
                    </a:ext>
                  </a:extLst>
                </a:gridCol>
                <a:gridCol w="546043">
                  <a:extLst>
                    <a:ext uri="{9D8B030D-6E8A-4147-A177-3AD203B41FA5}">
                      <a16:colId xmlns:a16="http://schemas.microsoft.com/office/drawing/2014/main" val="2298316055"/>
                    </a:ext>
                  </a:extLst>
                </a:gridCol>
                <a:gridCol w="546043">
                  <a:extLst>
                    <a:ext uri="{9D8B030D-6E8A-4147-A177-3AD203B41FA5}">
                      <a16:colId xmlns:a16="http://schemas.microsoft.com/office/drawing/2014/main" val="2852202651"/>
                    </a:ext>
                  </a:extLst>
                </a:gridCol>
              </a:tblGrid>
              <a:tr h="180975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419" sz="1100" u="none" strike="noStrike" noProof="0" dirty="0">
                          <a:effectLst/>
                        </a:rPr>
                        <a:t>Concentración [mg/L]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s-419" sz="1100" u="none" strike="noStrike" noProof="0" dirty="0">
                          <a:effectLst/>
                        </a:rPr>
                        <a:t>Absorbancia Ajustada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495480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100" u="none" strike="noStrike" noProof="0" dirty="0">
                          <a:effectLst/>
                        </a:rPr>
                        <a:t>450nm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100" u="none" strike="noStrike" noProof="0" dirty="0">
                          <a:effectLst/>
                        </a:rPr>
                        <a:t>500nm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100" u="none" strike="noStrike" noProof="0" dirty="0">
                          <a:effectLst/>
                        </a:rPr>
                        <a:t>550nm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100" u="none" strike="noStrike" noProof="0" dirty="0">
                          <a:effectLst/>
                        </a:rPr>
                        <a:t>570nm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100" u="none" strike="noStrike" noProof="0" dirty="0">
                          <a:effectLst/>
                        </a:rPr>
                        <a:t>600nm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100" u="none" strike="noStrike" noProof="0" dirty="0">
                          <a:effectLst/>
                        </a:rPr>
                        <a:t>650nm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75259868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0.000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0.000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0.000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0.000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0.000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0.000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45281987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5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0.182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0.232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0.144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0.139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0.087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0.106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91922527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20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0.591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0.697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0.320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0.171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0.058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0.010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401708566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30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0.998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1.219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0.605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0.367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0.198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0.159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5817579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40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1.229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1.521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0.731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0.413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0.184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0.114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407230393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50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1.690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2.034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0.956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0.551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0.278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419" sz="1100" u="none" strike="noStrike" noProof="0" dirty="0">
                          <a:effectLst/>
                        </a:rPr>
                        <a:t>0.211</a:t>
                      </a:r>
                      <a:endParaRPr lang="es-419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821632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4561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52202-F2E9-6462-D1CB-4D86A3061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11DE0-A8AA-0F9A-052F-569423CD4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noProof="0" dirty="0"/>
              <a:t>Grafica Ajustada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5A1BC-E251-B3E7-197E-B45EE6E043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noProof="0" smtClean="0"/>
              <a:t>13</a:t>
            </a:fld>
            <a:endParaRPr lang="es-419" noProof="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8A35CF1-9141-4F64-A8A2-E165444A5C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510734"/>
              </p:ext>
            </p:extLst>
          </p:nvPr>
        </p:nvGraphicFramePr>
        <p:xfrm>
          <a:off x="886968" y="1388066"/>
          <a:ext cx="7370064" cy="3511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47141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EA054-D8A6-F4E2-6D75-E4AEC08F3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28B16-74BF-96E2-35BC-1DAA1634D5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425" y="1794124"/>
            <a:ext cx="5497200" cy="1253875"/>
          </a:xfrm>
        </p:spPr>
        <p:txBody>
          <a:bodyPr/>
          <a:lstStyle/>
          <a:p>
            <a:r>
              <a:rPr lang="es-419" noProof="0" dirty="0"/>
              <a:t>Caracterización </a:t>
            </a:r>
            <a:r>
              <a:rPr lang="es-419" dirty="0"/>
              <a:t>cámara </a:t>
            </a:r>
            <a:r>
              <a:rPr lang="es-419" dirty="0" err="1"/>
              <a:t>termica</a:t>
            </a:r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3671081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>
          <a:extLst>
            <a:ext uri="{FF2B5EF4-FFF2-40B4-BE49-F238E27FC236}">
              <a16:creationId xmlns:a16="http://schemas.microsoft.com/office/drawing/2014/main" id="{E6AFD39F-A117-62A6-508A-1685319F6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1">
            <a:extLst>
              <a:ext uri="{FF2B5EF4-FFF2-40B4-BE49-F238E27FC236}">
                <a16:creationId xmlns:a16="http://schemas.microsoft.com/office/drawing/2014/main" id="{4AD96C51-0863-E30C-E19A-8BC7F1E056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 dirty="0"/>
              <a:t>Software de control:</a:t>
            </a:r>
          </a:p>
        </p:txBody>
      </p:sp>
      <p:sp>
        <p:nvSpPr>
          <p:cNvPr id="589" name="Google Shape;589;p21">
            <a:extLst>
              <a:ext uri="{FF2B5EF4-FFF2-40B4-BE49-F238E27FC236}">
                <a16:creationId xmlns:a16="http://schemas.microsoft.com/office/drawing/2014/main" id="{626EA38C-C7BC-E5BF-2EBB-C5347CC745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noProof="0" smtClean="0"/>
              <a:t>15</a:t>
            </a:fld>
            <a:endParaRPr lang="es-CO" noProof="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73901EF-F03E-A7EF-156B-FB06618CE0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444" t="30506" r="48025" b="39935"/>
          <a:stretch>
            <a:fillRect/>
          </a:stretch>
        </p:blipFill>
        <p:spPr>
          <a:xfrm>
            <a:off x="3917245" y="1466763"/>
            <a:ext cx="4759377" cy="2874274"/>
          </a:xfrm>
          <a:prstGeom prst="rect">
            <a:avLst/>
          </a:prstGeom>
        </p:spPr>
      </p:pic>
      <p:sp>
        <p:nvSpPr>
          <p:cNvPr id="5" name="Google Shape;586;p21">
            <a:extLst>
              <a:ext uri="{FF2B5EF4-FFF2-40B4-BE49-F238E27FC236}">
                <a16:creationId xmlns:a16="http://schemas.microsoft.com/office/drawing/2014/main" id="{A58FB85B-F39E-F3F2-3EE2-49F617F5B4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1100" y="1441385"/>
            <a:ext cx="3256144" cy="356832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/>
            <a:r>
              <a:rPr lang="es-MX" sz="1600" noProof="0" dirty="0"/>
              <a:t>Se incorporó un módulo de medición térmica al programa ya utilizado para registrar la absorbancia.</a:t>
            </a:r>
          </a:p>
          <a:p>
            <a:pPr marL="285750" indent="-285750"/>
            <a:r>
              <a:rPr lang="es-MX" sz="1600" noProof="0" dirty="0"/>
              <a:t>La misma interfaz permite ahora controlar el sensor espectral y la cámara térmica de forma conjunta.</a:t>
            </a:r>
            <a:endParaRPr lang="es-CO" sz="1600" noProof="0" dirty="0"/>
          </a:p>
        </p:txBody>
      </p:sp>
    </p:spTree>
    <p:extLst>
      <p:ext uri="{BB962C8B-B14F-4D97-AF65-F5344CB8AC3E}">
        <p14:creationId xmlns:p14="http://schemas.microsoft.com/office/powerpoint/2010/main" val="892074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>
          <a:extLst>
            <a:ext uri="{FF2B5EF4-FFF2-40B4-BE49-F238E27FC236}">
              <a16:creationId xmlns:a16="http://schemas.microsoft.com/office/drawing/2014/main" id="{E65655B3-DA76-84D3-1502-C45299FC1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1">
            <a:extLst>
              <a:ext uri="{FF2B5EF4-FFF2-40B4-BE49-F238E27FC236}">
                <a16:creationId xmlns:a16="http://schemas.microsoft.com/office/drawing/2014/main" id="{47B8623E-1F5D-0B52-0DB7-8FA73A5B2B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 dirty="0"/>
              <a:t>Software:</a:t>
            </a:r>
          </a:p>
        </p:txBody>
      </p:sp>
      <p:sp>
        <p:nvSpPr>
          <p:cNvPr id="586" name="Google Shape;586;p21">
            <a:extLst>
              <a:ext uri="{FF2B5EF4-FFF2-40B4-BE49-F238E27FC236}">
                <a16:creationId xmlns:a16="http://schemas.microsoft.com/office/drawing/2014/main" id="{2A9D3B53-801C-61B3-BD3D-4C701B6057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1100" y="1317999"/>
            <a:ext cx="3672775" cy="356832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CO" b="1" noProof="0" dirty="0"/>
              <a:t>Adquisición de datos:</a:t>
            </a:r>
          </a:p>
          <a:p>
            <a:pPr marL="285750" indent="-285750"/>
            <a:r>
              <a:rPr lang="es-CO" sz="1600" noProof="0" dirty="0"/>
              <a:t>Se ejecuta directamente en la Raspberry Pi 4.</a:t>
            </a:r>
          </a:p>
          <a:p>
            <a:pPr marL="285750" indent="-285750"/>
            <a:r>
              <a:rPr lang="es-CO" sz="1600" noProof="0" dirty="0"/>
              <a:t>Adquiere en tiempo real la matriz de 32 × 24 píxeles de temperatura.</a:t>
            </a:r>
          </a:p>
          <a:p>
            <a:pPr marL="285750" indent="-285750"/>
            <a:r>
              <a:rPr lang="es-CO" sz="1600" noProof="0" dirty="0"/>
              <a:t>Calcula los valores de </a:t>
            </a:r>
            <a:r>
              <a:rPr lang="es-CO" sz="1600" noProof="0" dirty="0" err="1"/>
              <a:t>T_min</a:t>
            </a:r>
            <a:r>
              <a:rPr lang="es-CO" sz="1600" noProof="0" dirty="0"/>
              <a:t>, </a:t>
            </a:r>
            <a:r>
              <a:rPr lang="es-CO" sz="1600" noProof="0" dirty="0" err="1"/>
              <a:t>T_max</a:t>
            </a:r>
            <a:r>
              <a:rPr lang="es-CO" sz="1600" noProof="0" dirty="0"/>
              <a:t> y </a:t>
            </a:r>
            <a:r>
              <a:rPr lang="es-CO" sz="1600" noProof="0" dirty="0" err="1"/>
              <a:t>T_prom</a:t>
            </a:r>
            <a:r>
              <a:rPr lang="es-CO" sz="1600" noProof="0" dirty="0"/>
              <a:t> del campo de visión.</a:t>
            </a:r>
          </a:p>
          <a:p>
            <a:pPr marL="285750" indent="-285750"/>
            <a:r>
              <a:rPr lang="es-CO" sz="1600" noProof="0" dirty="0"/>
              <a:t>Guarda las mediciones en archivos .</a:t>
            </a:r>
            <a:r>
              <a:rPr lang="es-CO" sz="1600" noProof="0" dirty="0" err="1"/>
              <a:t>csv</a:t>
            </a:r>
            <a:r>
              <a:rPr lang="es-CO" sz="1600" noProof="0" dirty="0"/>
              <a:t> para el análisis posterior.</a:t>
            </a:r>
          </a:p>
        </p:txBody>
      </p:sp>
      <p:sp>
        <p:nvSpPr>
          <p:cNvPr id="587" name="Google Shape;587;p21">
            <a:extLst>
              <a:ext uri="{FF2B5EF4-FFF2-40B4-BE49-F238E27FC236}">
                <a16:creationId xmlns:a16="http://schemas.microsoft.com/office/drawing/2014/main" id="{ABA3115B-F16F-9C18-74DB-D8614E6B12A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10127" y="1348773"/>
            <a:ext cx="1304923" cy="35620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CO" sz="1600" b="1" noProof="0" dirty="0"/>
              <a:t>Visualización:</a:t>
            </a:r>
          </a:p>
          <a:p>
            <a:pPr marL="0" indent="0">
              <a:buNone/>
            </a:pPr>
            <a:endParaRPr lang="es-CO" sz="1600" noProof="0" dirty="0"/>
          </a:p>
          <a:p>
            <a:pPr marL="285750" indent="-285750"/>
            <a:endParaRPr lang="es-CO" sz="1600" noProof="0" dirty="0"/>
          </a:p>
        </p:txBody>
      </p:sp>
      <p:sp>
        <p:nvSpPr>
          <p:cNvPr id="589" name="Google Shape;589;p21">
            <a:extLst>
              <a:ext uri="{FF2B5EF4-FFF2-40B4-BE49-F238E27FC236}">
                <a16:creationId xmlns:a16="http://schemas.microsoft.com/office/drawing/2014/main" id="{DAE65359-767E-50B9-D97E-72F1D44190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noProof="0" smtClean="0"/>
              <a:t>16</a:t>
            </a:fld>
            <a:endParaRPr lang="es-CO" noProof="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0A5859E-2913-8730-1436-F7D7F9192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35748"/>
            <a:ext cx="3855502" cy="2891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094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4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 dirty="0"/>
              <a:t>Protocolo Experimental:</a:t>
            </a:r>
          </a:p>
        </p:txBody>
      </p:sp>
      <p:sp>
        <p:nvSpPr>
          <p:cNvPr id="609" name="Google Shape;609;p24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noProof="0" smtClean="0"/>
              <a:t>17</a:t>
            </a:fld>
            <a:endParaRPr lang="es-CO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8A481E-E239-BB8C-3B3B-000B4CF3BDC8}"/>
              </a:ext>
            </a:extLst>
          </p:cNvPr>
          <p:cNvSpPr txBox="1"/>
          <p:nvPr/>
        </p:nvSpPr>
        <p:spPr>
          <a:xfrm>
            <a:off x="661100" y="1318000"/>
            <a:ext cx="815905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CO" sz="1600" noProof="0" dirty="0"/>
              <a:t>Fluido de prueba: agua (20–80 °C), temperatura de referencia con termocupla tipo K.</a:t>
            </a:r>
          </a:p>
          <a:p>
            <a:pPr marL="342900" indent="-342900">
              <a:buFont typeface="+mj-lt"/>
              <a:buAutoNum type="arabicPeriod"/>
            </a:pPr>
            <a:endParaRPr lang="es-CO" sz="1600" noProof="0" dirty="0"/>
          </a:p>
          <a:p>
            <a:pPr marL="342900" indent="-342900">
              <a:buFont typeface="+mj-lt"/>
              <a:buAutoNum type="arabicPeriod"/>
            </a:pPr>
            <a:r>
              <a:rPr lang="es-CO" sz="1600" noProof="0" dirty="0"/>
              <a:t>Fase I (ex situ): agua en el </a:t>
            </a:r>
            <a:r>
              <a:rPr lang="es-CO" sz="1600" noProof="0" dirty="0" err="1"/>
              <a:t>beaker</a:t>
            </a:r>
            <a:r>
              <a:rPr lang="es-CO" sz="1600" noProof="0" dirty="0"/>
              <a:t> sobre placa calefactora; por cada 1 °C se captura imagen con la MLX90640 y se registran ⁡</a:t>
            </a:r>
            <a:r>
              <a:rPr lang="es-CO" sz="1600" noProof="0" dirty="0" err="1"/>
              <a:t>T_min</a:t>
            </a:r>
            <a:r>
              <a:rPr lang="es-CO" sz="1600" noProof="0" dirty="0"/>
              <a:t>, </a:t>
            </a:r>
            <a:r>
              <a:rPr lang="es-CO" sz="1600" noProof="0" dirty="0" err="1"/>
              <a:t>T_max</a:t>
            </a:r>
            <a:r>
              <a:rPr lang="es-CO" sz="1600" noProof="0" dirty="0"/>
              <a:t>, </a:t>
            </a:r>
            <a:r>
              <a:rPr lang="es-CO" sz="1600" noProof="0" dirty="0" err="1"/>
              <a:t>T_prom</a:t>
            </a:r>
            <a:r>
              <a:rPr lang="es-CO" sz="1600" noProof="0" dirty="0"/>
              <a:t> y </a:t>
            </a:r>
            <a:r>
              <a:rPr lang="es-CO" sz="1600" noProof="0" dirty="0" err="1"/>
              <a:t>T_termocupla</a:t>
            </a:r>
            <a:r>
              <a:rPr lang="es-CO" sz="1600" noProof="0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es-CO" sz="1600" noProof="0" dirty="0"/>
          </a:p>
          <a:p>
            <a:pPr marL="342900" indent="-342900">
              <a:buFont typeface="+mj-lt"/>
              <a:buAutoNum type="arabicPeriod"/>
            </a:pPr>
            <a:r>
              <a:rPr lang="es-CO" sz="1600" noProof="0" dirty="0"/>
              <a:t>Fase II (in situ): muestras inyectadas en el canal microfluídico; la cámara ⁡mide </a:t>
            </a:r>
            <a:r>
              <a:rPr lang="es-CO" sz="1600" noProof="0" dirty="0" err="1"/>
              <a:t>T_min</a:t>
            </a:r>
            <a:r>
              <a:rPr lang="es-CO" sz="1600" noProof="0" dirty="0"/>
              <a:t>, </a:t>
            </a:r>
            <a:r>
              <a:rPr lang="es-CO" sz="1600" noProof="0" dirty="0" err="1"/>
              <a:t>T_max</a:t>
            </a:r>
            <a:r>
              <a:rPr lang="es-CO" sz="1600" noProof="0" dirty="0"/>
              <a:t>, </a:t>
            </a:r>
            <a:r>
              <a:rPr lang="es-CO" sz="1600" noProof="0" dirty="0" err="1"/>
              <a:t>T_prom</a:t>
            </a:r>
            <a:r>
              <a:rPr lang="es-CO" sz="1600" noProof="0" dirty="0"/>
              <a:t> en la región de interés.</a:t>
            </a:r>
          </a:p>
          <a:p>
            <a:pPr marL="342900" indent="-342900">
              <a:buFont typeface="+mj-lt"/>
              <a:buAutoNum type="arabicPeriod"/>
            </a:pPr>
            <a:endParaRPr lang="es-CO" sz="1600" noProof="0" dirty="0"/>
          </a:p>
          <a:p>
            <a:pPr marL="342900" indent="-342900">
              <a:buFont typeface="+mj-lt"/>
              <a:buAutoNum type="arabicPeriod"/>
            </a:pPr>
            <a:r>
              <a:rPr lang="es-CO" sz="1600" noProof="0" dirty="0"/>
              <a:t>Configuración: cámara fija y perpendicular al sistema microfluídico, con ventana de acetato en la tapa superior para mejorar la medición IR.</a:t>
            </a:r>
          </a:p>
          <a:p>
            <a:pPr marL="342900" indent="-342900">
              <a:buFont typeface="+mj-lt"/>
              <a:buAutoNum type="arabicPeriod"/>
            </a:pPr>
            <a:endParaRPr lang="es-CO" sz="1600" noProof="0" dirty="0"/>
          </a:p>
          <a:p>
            <a:pPr marL="342900" indent="-342900">
              <a:buFont typeface="+mj-lt"/>
              <a:buAutoNum type="arabicPeriod"/>
            </a:pPr>
            <a:r>
              <a:rPr lang="es-CO" sz="1600" noProof="0" dirty="0"/>
              <a:t>Análisis: construcción de curvas de calibración y cálculo del error relativo de la cámara.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>
          <a:extLst>
            <a:ext uri="{FF2B5EF4-FFF2-40B4-BE49-F238E27FC236}">
              <a16:creationId xmlns:a16="http://schemas.microsoft.com/office/drawing/2014/main" id="{C67BB5B4-D71E-5F4B-C8A1-0EBB629DC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1">
            <a:extLst>
              <a:ext uri="{FF2B5EF4-FFF2-40B4-BE49-F238E27FC236}">
                <a16:creationId xmlns:a16="http://schemas.microsoft.com/office/drawing/2014/main" id="{8A659511-F08E-7F8F-59CB-DE2349E7CA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 dirty="0"/>
              <a:t>Desempeño del prototipo:</a:t>
            </a:r>
          </a:p>
        </p:txBody>
      </p:sp>
      <p:sp>
        <p:nvSpPr>
          <p:cNvPr id="589" name="Google Shape;589;p21">
            <a:extLst>
              <a:ext uri="{FF2B5EF4-FFF2-40B4-BE49-F238E27FC236}">
                <a16:creationId xmlns:a16="http://schemas.microsoft.com/office/drawing/2014/main" id="{C1493F74-9C10-3ECD-E170-700F1AFF6C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noProof="0" smtClean="0"/>
              <a:t>18</a:t>
            </a:fld>
            <a:endParaRPr lang="es-CO" noProof="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8A5D41A-3FF0-E3B1-48C4-8CD07C7B7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210" y="1734355"/>
            <a:ext cx="7085923" cy="260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335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>
          <a:extLst>
            <a:ext uri="{FF2B5EF4-FFF2-40B4-BE49-F238E27FC236}">
              <a16:creationId xmlns:a16="http://schemas.microsoft.com/office/drawing/2014/main" id="{A96F172D-A7FA-AA64-3E85-353C20664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1">
            <a:extLst>
              <a:ext uri="{FF2B5EF4-FFF2-40B4-BE49-F238E27FC236}">
                <a16:creationId xmlns:a16="http://schemas.microsoft.com/office/drawing/2014/main" id="{8F39FCBB-9BF0-8AF1-1CE0-E534175C17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 dirty="0"/>
              <a:t>Desempeño del prototipo:</a:t>
            </a:r>
          </a:p>
        </p:txBody>
      </p:sp>
      <p:sp>
        <p:nvSpPr>
          <p:cNvPr id="589" name="Google Shape;589;p21">
            <a:extLst>
              <a:ext uri="{FF2B5EF4-FFF2-40B4-BE49-F238E27FC236}">
                <a16:creationId xmlns:a16="http://schemas.microsoft.com/office/drawing/2014/main" id="{A56581B8-63E7-FAC9-B095-EC3F733ADF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noProof="0" smtClean="0"/>
              <a:t>19</a:t>
            </a:fld>
            <a:endParaRPr lang="es-CO" noProof="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75683DD-6B64-5E4D-7BC9-E0530498E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124" y="1674255"/>
            <a:ext cx="6391151" cy="264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929275"/>
      </p:ext>
    </p:extLst>
  </p:cSld>
  <p:clrMapOvr>
    <a:masterClrMapping/>
  </p:clrMapOvr>
</p:sld>
</file>

<file path=ppt/theme/theme1.xml><?xml version="1.0" encoding="utf-8"?>
<a:theme xmlns:a="http://schemas.openxmlformats.org/drawingml/2006/main" name="Lodovico template">
  <a:themeElements>
    <a:clrScheme name="Custom 347">
      <a:dk1>
        <a:srgbClr val="272A36"/>
      </a:dk1>
      <a:lt1>
        <a:srgbClr val="FFFFFF"/>
      </a:lt1>
      <a:dk2>
        <a:srgbClr val="808392"/>
      </a:dk2>
      <a:lt2>
        <a:srgbClr val="E0E0E7"/>
      </a:lt2>
      <a:accent1>
        <a:srgbClr val="FFAD1D"/>
      </a:accent1>
      <a:accent2>
        <a:srgbClr val="EB7700"/>
      </a:accent2>
      <a:accent3>
        <a:srgbClr val="FD7E6B"/>
      </a:accent3>
      <a:accent4>
        <a:srgbClr val="F03131"/>
      </a:accent4>
      <a:accent5>
        <a:srgbClr val="41B5FF"/>
      </a:accent5>
      <a:accent6>
        <a:srgbClr val="1E87CA"/>
      </a:accent6>
      <a:hlink>
        <a:srgbClr val="272A36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020E3BC4D9E5946B8519EC903E1D2D8" ma:contentTypeVersion="15" ma:contentTypeDescription="Crear nuevo documento." ma:contentTypeScope="" ma:versionID="4719fff4955102ae711269344ae484da">
  <xsd:schema xmlns:xsd="http://www.w3.org/2001/XMLSchema" xmlns:xs="http://www.w3.org/2001/XMLSchema" xmlns:p="http://schemas.microsoft.com/office/2006/metadata/properties" xmlns:ns3="fa7e26b2-5651-4109-9bcc-4045094b0554" xmlns:ns4="485f0894-4906-4cf0-9a07-40bae8ee7744" targetNamespace="http://schemas.microsoft.com/office/2006/metadata/properties" ma:root="true" ma:fieldsID="fe73d84c0504b0bb90205ded51ea2971" ns3:_="" ns4:_="">
    <xsd:import namespace="fa7e26b2-5651-4109-9bcc-4045094b0554"/>
    <xsd:import namespace="485f0894-4906-4cf0-9a07-40bae8ee7744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3:LastSharedByUser" minOccurs="0"/>
                <xsd:element ref="ns3:LastSharedByTime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Location" minOccurs="0"/>
                <xsd:element ref="ns4:MediaServiceEventHashCode" minOccurs="0"/>
                <xsd:element ref="ns4:MediaServiceGenerationTim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7e26b2-5651-4109-9bcc-4045094b055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description="" ma:hidden="true" ma:internalName="SharingHintHash" ma:readOnly="true">
      <xsd:simpleType>
        <xsd:restriction base="dms:Text"/>
      </xsd:simpleType>
    </xsd:element>
    <xsd:element name="LastSharedByUser" ma:index="11" nillable="true" ma:displayName="Última vez que se compartió por usuario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2" nillable="true" ma:displayName="Última vez que se compartió por hora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5f0894-4906-4cf0-9a07-40bae8ee77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MediaServiceAutoTags" ma:internalName="MediaServiceAutoTags" ma:readOnly="true">
      <xsd:simpleType>
        <xsd:restriction base="dms:Text"/>
      </xsd:simpleType>
    </xsd:element>
    <xsd:element name="MediaServiceOCR" ma:index="17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8A57602-27D6-4ED3-9A11-9B78F19ED9E4}">
  <ds:schemaRefs>
    <ds:schemaRef ds:uri="http://schemas.microsoft.com/office/2006/metadata/properties"/>
    <ds:schemaRef ds:uri="http://purl.org/dc/elements/1.1/"/>
    <ds:schemaRef ds:uri="http://purl.org/dc/dcmitype/"/>
    <ds:schemaRef ds:uri="http://schemas.microsoft.com/office/2006/documentManagement/types"/>
    <ds:schemaRef ds:uri="fa7e26b2-5651-4109-9bcc-4045094b0554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85f0894-4906-4cf0-9a07-40bae8ee7744"/>
  </ds:schemaRefs>
</ds:datastoreItem>
</file>

<file path=customXml/itemProps2.xml><?xml version="1.0" encoding="utf-8"?>
<ds:datastoreItem xmlns:ds="http://schemas.openxmlformats.org/officeDocument/2006/customXml" ds:itemID="{B9EBD670-8B6B-446E-9B9F-CC6723D541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7e26b2-5651-4109-9bcc-4045094b0554"/>
    <ds:schemaRef ds:uri="485f0894-4906-4cf0-9a07-40bae8ee77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B108E63-21C4-4930-96B1-26BB587406F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666</Words>
  <Application>Microsoft Office PowerPoint</Application>
  <PresentationFormat>On-screen Show (16:9)</PresentationFormat>
  <Paragraphs>190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Barlow Light</vt:lpstr>
      <vt:lpstr>Aptos Narrow</vt:lpstr>
      <vt:lpstr>Barlow SemiBold</vt:lpstr>
      <vt:lpstr>Cambria Math</vt:lpstr>
      <vt:lpstr>Lodovico template</vt:lpstr>
      <vt:lpstr>Desarrollo de Espectrofotómetro en línea para Toma de Medidas en Campo</vt:lpstr>
      <vt:lpstr>Metodología utilizada</vt:lpstr>
      <vt:lpstr>Resultados de caracterización</vt:lpstr>
      <vt:lpstr>Grafica de la caracterización</vt:lpstr>
      <vt:lpstr>Grafica de la caracterización</vt:lpstr>
      <vt:lpstr>Caracterización modelo construido</vt:lpstr>
      <vt:lpstr>Metodología utilizada</vt:lpstr>
      <vt:lpstr>Grafica de promedio replicas</vt:lpstr>
      <vt:lpstr>Grafica de promedio replicas</vt:lpstr>
      <vt:lpstr>Grafica de promedio replicas</vt:lpstr>
      <vt:lpstr>Grafica de promedio replicas</vt:lpstr>
      <vt:lpstr>Ajuste realizado</vt:lpstr>
      <vt:lpstr>Grafica Ajustada</vt:lpstr>
      <vt:lpstr>Caracterización cámara termica</vt:lpstr>
      <vt:lpstr>Software de control:</vt:lpstr>
      <vt:lpstr>Software:</vt:lpstr>
      <vt:lpstr>Protocolo Experimental:</vt:lpstr>
      <vt:lpstr>Desempeño del prototipo:</vt:lpstr>
      <vt:lpstr>Desempeño del prototipo: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Mabel Juliana Noguera Contreras</dc:creator>
  <cp:lastModifiedBy>Gabriel Aristizabal Garcia</cp:lastModifiedBy>
  <cp:revision>133</cp:revision>
  <dcterms:modified xsi:type="dcterms:W3CDTF">2026-05-03T21:12:25Z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0x0101001020E3BC4D9E5946B8519EC903E1D2D8</vt:lpwstr>
  </property>
</Properties>
</file>